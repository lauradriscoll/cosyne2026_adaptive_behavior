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3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633C4-3DB7-13D8-5939-86870E65E0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4D309D-9548-8ACF-9842-FCF8B1F153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D28A88-9FE6-F16F-6EB8-2179B9F86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BF4C5-BF9C-40A8-A020-04F3F3965A01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AA963-BDC4-E4D3-A1B1-CF0988C1D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A36AB4-D352-ABA1-A0A5-18FC08328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EFF58-81F3-4FED-A321-0429597B16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909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3CF5F-3324-9357-AD1A-E17023518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DDA6E-0175-C6A8-E3A0-4CBEAB649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1B786-2F64-E838-1184-2D87A25BA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BF4C5-BF9C-40A8-A020-04F3F3965A01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0DF8DC-4396-A489-6EF2-6770AB433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508F3-C471-6C5E-D685-BA43283F9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EFF58-81F3-4FED-A321-0429597B16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601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83DEE-A1F5-3923-D81A-DAC68C0DF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0A518-449A-4689-29D6-492961E2F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546041-449F-3EBB-FE0F-3AD36A8E0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BF4C5-BF9C-40A8-A020-04F3F3965A01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E3E43-1453-0F7A-0408-18C3444C2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A551C-028C-F4DC-FDE1-ADF906F6C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EFF58-81F3-4FED-A321-0429597B16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754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B1F32-5063-39F7-B09A-89BA252D0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ACEA3-5F0A-D046-6948-BEBDBB8254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4DA5FE-D2C7-3A3F-4DD7-8E28D118B1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905160-A541-8956-1A47-5A9D52F0B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BF4C5-BF9C-40A8-A020-04F3F3965A01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5093C9-6844-9DC7-5B78-F23CAEE91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1081C2-FC65-D948-5DA3-604A43161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EFF58-81F3-4FED-A321-0429597B16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493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24B90-A00D-A503-0A50-EF3377D14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456A4-A26B-2DA1-694E-0C3108A6A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7FA5F4-2762-931B-6FFD-276E4675D3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B7F4EF-CF65-7E8F-3574-C17C1A4460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192A04-C1C5-B775-D6ED-E4001C9AB6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1BFDF4-463D-1A1A-05CF-723269A3B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BF4C5-BF9C-40A8-A020-04F3F3965A01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E0C110-37E1-5F97-8E10-6D8850957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6DF74C-D6DE-390D-84C4-AEA4F8C35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EFF58-81F3-4FED-A321-0429597B16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416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99F87-A4E3-23CB-FC27-EFEC2E5F0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603A08-FF57-05DD-6355-D393DF59E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BF4C5-BF9C-40A8-A020-04F3F3965A01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368451-55BD-5D56-507D-E0E1143B5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A27F11-49CC-8DBC-6ACD-A70EFEE05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EFF58-81F3-4FED-A321-0429597B16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729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1DAA76-55EA-7F01-66E6-03734D491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BF4C5-BF9C-40A8-A020-04F3F3965A01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B3FB62-D2FA-A1F2-1B7E-F6763A6BE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E682F-FE96-FD9C-56AB-666FF41E3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EFF58-81F3-4FED-A321-0429597B16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35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32E4A-BCF8-F2A9-99C4-53DF04DDA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76DE3-2745-9663-2337-F9524C0BA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2B51A3-CBCC-EC01-291D-CF68D15D6F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B794AC-EBB9-D2C0-3F9C-1CDFA1717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BF4C5-BF9C-40A8-A020-04F3F3965A01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56F75A-DA12-6AA9-F40E-DDCC9E979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E85556-D4CA-2143-078E-727983A9F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EFF58-81F3-4FED-A321-0429597B16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224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9EE5E-CB20-247D-3B34-983935966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C0603F-794E-839E-EA90-4CB935C4108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0AD6FF-0EC8-27CC-8577-14EAA4667B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0D6350-0D20-D276-58CB-760C665F6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BF4C5-BF9C-40A8-A020-04F3F3965A01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49055-7471-EB3C-107E-830202F55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2AF9F6-9157-EB71-1B54-D902E8CAE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EFF58-81F3-4FED-A321-0429597B16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396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E2F9E-A4C6-C690-D965-D660A373C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03A60C-D7A4-726B-BE59-BDAB7EC832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B8479-C1EC-F7FE-0391-B8F506251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BF4C5-BF9C-40A8-A020-04F3F3965A01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3CA77-CC1E-FCF0-0D4C-231AED5EB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B5E6D-7F8A-0E3E-3EFC-B556C77B8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EFF58-81F3-4FED-A321-0429597B16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004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392131-E9EB-C402-E038-8F06C9ADF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20AE9B-6FA2-DEE4-93DD-9C984CE9A4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CDFEA5-6470-B0B4-7AA3-EBA46AE40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BF4C5-BF9C-40A8-A020-04F3F3965A01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5D96B-110E-6DEF-6BE8-B1934FF4A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12780-CFB1-32E6-F715-E2DEC4360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EFF58-81F3-4FED-A321-0429597B16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265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B34C1B-89DE-E684-B279-777EDBA5F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AA3566-AD76-9A28-ED6C-94575CD07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581E80-7FB8-A9D4-2C78-255C793D9C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ABF4C5-BF9C-40A8-A020-04F3F3965A01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A2BB7-ECBF-2B00-CC27-DC3FF96448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85A27F-84B5-0D9F-58E4-6800EBD57A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7EFF58-81F3-4FED-A321-0429597B16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488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2E060D-5F58-8F63-3D7C-82AB369A5E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83" t="9525" r="5326" b="12093"/>
          <a:stretch>
            <a:fillRect/>
          </a:stretch>
        </p:blipFill>
        <p:spPr>
          <a:xfrm>
            <a:off x="2995232" y="289932"/>
            <a:ext cx="4088023" cy="26425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56AC8A-E685-434A-39E1-E82BA8627D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1682" b="26756"/>
          <a:stretch>
            <a:fillRect/>
          </a:stretch>
        </p:blipFill>
        <p:spPr>
          <a:xfrm>
            <a:off x="3059708" y="2933113"/>
            <a:ext cx="2457916" cy="32089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1C040D6-CF5F-B360-0A86-DABB245AD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267" b="66297"/>
          <a:stretch>
            <a:fillRect/>
          </a:stretch>
        </p:blipFill>
        <p:spPr>
          <a:xfrm>
            <a:off x="7083255" y="1686066"/>
            <a:ext cx="1320305" cy="13586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84C85AE-FE3F-2B4B-3521-037776B082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085" r="56314" b="47997"/>
          <a:stretch>
            <a:fillRect/>
          </a:stretch>
        </p:blipFill>
        <p:spPr>
          <a:xfrm>
            <a:off x="6976875" y="2932493"/>
            <a:ext cx="1533065" cy="3321691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BFB4184D-B7E1-0978-B894-A61F485549DE}"/>
              </a:ext>
            </a:extLst>
          </p:cNvPr>
          <p:cNvGrpSpPr/>
          <p:nvPr/>
        </p:nvGrpSpPr>
        <p:grpSpPr>
          <a:xfrm>
            <a:off x="5119667" y="3044752"/>
            <a:ext cx="1709172" cy="2412788"/>
            <a:chOff x="2493995" y="2818228"/>
            <a:chExt cx="1709172" cy="2412788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170F021-109F-43C4-8822-ED15988406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1272" t="27788"/>
            <a:stretch>
              <a:fillRect/>
            </a:stretch>
          </p:blipFill>
          <p:spPr>
            <a:xfrm>
              <a:off x="2700017" y="2818228"/>
              <a:ext cx="1503150" cy="2412788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26FF4FA-778C-779E-4488-142BB493A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4815" t="4981" r="35574" b="80283"/>
            <a:stretch>
              <a:fillRect/>
            </a:stretch>
          </p:blipFill>
          <p:spPr>
            <a:xfrm>
              <a:off x="2493995" y="2884935"/>
              <a:ext cx="1046678" cy="544065"/>
            </a:xfrm>
            <a:prstGeom prst="rect">
              <a:avLst/>
            </a:prstGeom>
          </p:spPr>
        </p:pic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6921583D-F1CE-258A-3A4A-722EB43A44F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6072" r="48043" b="72261"/>
          <a:stretch>
            <a:fillRect/>
          </a:stretch>
        </p:blipFill>
        <p:spPr>
          <a:xfrm>
            <a:off x="7018037" y="349202"/>
            <a:ext cx="1320305" cy="1336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69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A88F0D-50E8-B5D1-2BAD-59C733E49C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3453" b="72228"/>
          <a:stretch>
            <a:fillRect/>
          </a:stretch>
        </p:blipFill>
        <p:spPr>
          <a:xfrm>
            <a:off x="1823730" y="812536"/>
            <a:ext cx="1354081" cy="13384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ED79FA-F41C-607C-D84A-7C17BB4F1A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599" r="458" b="72228"/>
          <a:stretch>
            <a:fillRect/>
          </a:stretch>
        </p:blipFill>
        <p:spPr>
          <a:xfrm>
            <a:off x="3253946" y="889908"/>
            <a:ext cx="2445434" cy="13384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87C8CA-CF61-DC12-5729-477C595380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599" t="26799" r="458" b="52282"/>
          <a:stretch>
            <a:fillRect/>
          </a:stretch>
        </p:blipFill>
        <p:spPr>
          <a:xfrm>
            <a:off x="3652531" y="3412064"/>
            <a:ext cx="1830037" cy="10081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499B3D8-01D1-90B0-FC31-AD8F1797B4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4" t="28453" r="51163" b="53036"/>
          <a:stretch>
            <a:fillRect/>
          </a:stretch>
        </p:blipFill>
        <p:spPr>
          <a:xfrm>
            <a:off x="1874205" y="3528122"/>
            <a:ext cx="1672948" cy="8921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4B04CE0-0584-9F08-0A83-EC42D5ED6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401" r="25530" b="69026"/>
          <a:stretch>
            <a:fillRect/>
          </a:stretch>
        </p:blipFill>
        <p:spPr>
          <a:xfrm>
            <a:off x="1762218" y="2150986"/>
            <a:ext cx="1221544" cy="114037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C5F228A-2C15-9372-BFA0-6B1A9CC49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575" t="65896" r="356" b="990"/>
          <a:stretch>
            <a:fillRect/>
          </a:stretch>
        </p:blipFill>
        <p:spPr>
          <a:xfrm>
            <a:off x="2936381" y="2133246"/>
            <a:ext cx="1160358" cy="115811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44524501-00EF-9323-3261-B06155488DC3}"/>
              </a:ext>
            </a:extLst>
          </p:cNvPr>
          <p:cNvSpPr/>
          <p:nvPr/>
        </p:nvSpPr>
        <p:spPr>
          <a:xfrm>
            <a:off x="4153171" y="2150986"/>
            <a:ext cx="1602641" cy="10832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Same for model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67FB46E-3200-88AD-4F4C-E2E6296A763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9398"/>
          <a:stretch>
            <a:fillRect/>
          </a:stretch>
        </p:blipFill>
        <p:spPr>
          <a:xfrm>
            <a:off x="5832549" y="889908"/>
            <a:ext cx="2183765" cy="223561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982FFB3-E172-4230-3E60-3650B59AFAF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596" r="25085"/>
          <a:stretch>
            <a:fillRect/>
          </a:stretch>
        </p:blipFill>
        <p:spPr>
          <a:xfrm>
            <a:off x="8149483" y="922200"/>
            <a:ext cx="1049495" cy="223561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3A9B486-A55C-A88C-65B6-65885F7335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8185" y="3234197"/>
            <a:ext cx="3463946" cy="1860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753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Tiffany Ona</dc:creator>
  <cp:lastModifiedBy>Tiffany Ona</cp:lastModifiedBy>
  <cp:revision>1</cp:revision>
  <dcterms:created xsi:type="dcterms:W3CDTF">2026-10-15T17:45:55Z</dcterms:created>
  <dcterms:modified xsi:type="dcterms:W3CDTF">2026-10-15T17:51:47Z</dcterms:modified>
</cp:coreProperties>
</file>