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60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48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pos="4608" userDrawn="1">
          <p15:clr>
            <a:srgbClr val="A4A3A4"/>
          </p15:clr>
        </p15:guide>
        <p15:guide id="4" orient="horz" pos="2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5"/>
    <p:restoredTop sz="94674"/>
  </p:normalViewPr>
  <p:slideViewPr>
    <p:cSldViewPr snapToGrid="0">
      <p:cViewPr varScale="1">
        <p:scale>
          <a:sx n="73" d="100"/>
          <a:sy n="73" d="100"/>
        </p:scale>
        <p:origin x="2391" y="45"/>
      </p:cViewPr>
      <p:guideLst>
        <p:guide orient="horz" pos="6048"/>
        <p:guide pos="288"/>
        <p:guide pos="4608"/>
        <p:guide orient="horz" pos="2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AB64-2C27-7A45-AE48-F5190A12FDDB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50ACB0-B974-924D-BA94-4F6C0E59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748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50ACB0-B974-924D-BA94-4F6C0E59EA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429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34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2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53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324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42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0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3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62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24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456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2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47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5ABCA-280C-558C-CD3E-1FDD1726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ig1_A">
            <a:extLst>
              <a:ext uri="{FF2B5EF4-FFF2-40B4-BE49-F238E27FC236}">
                <a16:creationId xmlns:a16="http://schemas.microsoft.com/office/drawing/2014/main" id="{267AB746-F621-096F-D7D7-3073B80F5200}"/>
              </a:ext>
            </a:extLst>
          </p:cNvPr>
          <p:cNvSpPr/>
          <p:nvPr/>
        </p:nvSpPr>
        <p:spPr>
          <a:xfrm>
            <a:off x="457200" y="457201"/>
            <a:ext cx="3177153" cy="130302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fig1_B">
            <a:extLst>
              <a:ext uri="{FF2B5EF4-FFF2-40B4-BE49-F238E27FC236}">
                <a16:creationId xmlns:a16="http://schemas.microsoft.com/office/drawing/2014/main" id="{09A83E48-D8DF-3624-39EF-2AC75412C193}"/>
              </a:ext>
            </a:extLst>
          </p:cNvPr>
          <p:cNvSpPr/>
          <p:nvPr/>
        </p:nvSpPr>
        <p:spPr>
          <a:xfrm>
            <a:off x="457200" y="1760221"/>
            <a:ext cx="2315798" cy="292053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3" name="fig1_F">
            <a:extLst>
              <a:ext uri="{FF2B5EF4-FFF2-40B4-BE49-F238E27FC236}">
                <a16:creationId xmlns:a16="http://schemas.microsoft.com/office/drawing/2014/main" id="{0FFFBFC8-4F89-8064-773D-BF884851B7A1}"/>
              </a:ext>
            </a:extLst>
          </p:cNvPr>
          <p:cNvSpPr/>
          <p:nvPr/>
        </p:nvSpPr>
        <p:spPr>
          <a:xfrm>
            <a:off x="3727494" y="45720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16" name="fig1_H">
            <a:extLst>
              <a:ext uri="{FF2B5EF4-FFF2-40B4-BE49-F238E27FC236}">
                <a16:creationId xmlns:a16="http://schemas.microsoft.com/office/drawing/2014/main" id="{72FA8B80-4F98-4286-70C5-846DF40DD15A}"/>
              </a:ext>
            </a:extLst>
          </p:cNvPr>
          <p:cNvSpPr/>
          <p:nvPr/>
        </p:nvSpPr>
        <p:spPr>
          <a:xfrm>
            <a:off x="3727494" y="1053147"/>
            <a:ext cx="1288306" cy="86988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8" name="fig1_L">
            <a:extLst>
              <a:ext uri="{FF2B5EF4-FFF2-40B4-BE49-F238E27FC236}">
                <a16:creationId xmlns:a16="http://schemas.microsoft.com/office/drawing/2014/main" id="{AC336900-CF21-26E7-4BBE-893950376373}"/>
              </a:ext>
            </a:extLst>
          </p:cNvPr>
          <p:cNvSpPr/>
          <p:nvPr/>
        </p:nvSpPr>
        <p:spPr>
          <a:xfrm>
            <a:off x="3727493" y="1932187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19" name="fig1_N">
            <a:extLst>
              <a:ext uri="{FF2B5EF4-FFF2-40B4-BE49-F238E27FC236}">
                <a16:creationId xmlns:a16="http://schemas.microsoft.com/office/drawing/2014/main" id="{C03A3210-1851-5DCB-BE39-0DFEFF343ABA}"/>
              </a:ext>
            </a:extLst>
          </p:cNvPr>
          <p:cNvSpPr/>
          <p:nvPr/>
        </p:nvSpPr>
        <p:spPr>
          <a:xfrm>
            <a:off x="3727493" y="2528134"/>
            <a:ext cx="1288306" cy="77327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20" name="fig1_Q">
            <a:extLst>
              <a:ext uri="{FF2B5EF4-FFF2-40B4-BE49-F238E27FC236}">
                <a16:creationId xmlns:a16="http://schemas.microsoft.com/office/drawing/2014/main" id="{AF693FF7-4153-040D-27C1-9FEB36F384D1}"/>
              </a:ext>
            </a:extLst>
          </p:cNvPr>
          <p:cNvSpPr/>
          <p:nvPr/>
        </p:nvSpPr>
        <p:spPr>
          <a:xfrm>
            <a:off x="3726477" y="331401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21" name="fig1_S">
            <a:extLst>
              <a:ext uri="{FF2B5EF4-FFF2-40B4-BE49-F238E27FC236}">
                <a16:creationId xmlns:a16="http://schemas.microsoft.com/office/drawing/2014/main" id="{974061AC-95DA-16FB-2F66-E51C130C1879}"/>
              </a:ext>
            </a:extLst>
          </p:cNvPr>
          <p:cNvSpPr/>
          <p:nvPr/>
        </p:nvSpPr>
        <p:spPr>
          <a:xfrm>
            <a:off x="3726477" y="3909957"/>
            <a:ext cx="1288306" cy="6641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22" name="fig1_G">
            <a:extLst>
              <a:ext uri="{FF2B5EF4-FFF2-40B4-BE49-F238E27FC236}">
                <a16:creationId xmlns:a16="http://schemas.microsoft.com/office/drawing/2014/main" id="{72FAA8CB-6D13-332F-949B-AF24CAA318F3}"/>
              </a:ext>
            </a:extLst>
          </p:cNvPr>
          <p:cNvSpPr/>
          <p:nvPr/>
        </p:nvSpPr>
        <p:spPr>
          <a:xfrm>
            <a:off x="5032268" y="457200"/>
            <a:ext cx="1775540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23" name="fig1_M">
            <a:extLst>
              <a:ext uri="{FF2B5EF4-FFF2-40B4-BE49-F238E27FC236}">
                <a16:creationId xmlns:a16="http://schemas.microsoft.com/office/drawing/2014/main" id="{0BA1D22F-9935-76C5-BCE7-0645D4404667}"/>
              </a:ext>
            </a:extLst>
          </p:cNvPr>
          <p:cNvSpPr/>
          <p:nvPr/>
        </p:nvSpPr>
        <p:spPr>
          <a:xfrm>
            <a:off x="5032269" y="1932187"/>
            <a:ext cx="1775538" cy="59594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24" name="fig1_R">
            <a:extLst>
              <a:ext uri="{FF2B5EF4-FFF2-40B4-BE49-F238E27FC236}">
                <a16:creationId xmlns:a16="http://schemas.microsoft.com/office/drawing/2014/main" id="{E3D84538-01B3-24CE-03EE-50357AB516E8}"/>
              </a:ext>
            </a:extLst>
          </p:cNvPr>
          <p:cNvSpPr/>
          <p:nvPr/>
        </p:nvSpPr>
        <p:spPr>
          <a:xfrm>
            <a:off x="5031250" y="3314009"/>
            <a:ext cx="1775541" cy="59594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25" name="fig1_I">
            <a:extLst>
              <a:ext uri="{FF2B5EF4-FFF2-40B4-BE49-F238E27FC236}">
                <a16:creationId xmlns:a16="http://schemas.microsoft.com/office/drawing/2014/main" id="{9BE228B9-ED2C-61E2-A01C-987205A1E14E}"/>
              </a:ext>
            </a:extLst>
          </p:cNvPr>
          <p:cNvSpPr/>
          <p:nvPr/>
        </p:nvSpPr>
        <p:spPr>
          <a:xfrm>
            <a:off x="5032268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6" name="fig1_J">
            <a:extLst>
              <a:ext uri="{FF2B5EF4-FFF2-40B4-BE49-F238E27FC236}">
                <a16:creationId xmlns:a16="http://schemas.microsoft.com/office/drawing/2014/main" id="{68E54AF0-1CF1-C02D-6158-F1A603DD98AC}"/>
              </a:ext>
            </a:extLst>
          </p:cNvPr>
          <p:cNvSpPr/>
          <p:nvPr/>
        </p:nvSpPr>
        <p:spPr>
          <a:xfrm>
            <a:off x="5631706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27" name="fig1_K">
            <a:extLst>
              <a:ext uri="{FF2B5EF4-FFF2-40B4-BE49-F238E27FC236}">
                <a16:creationId xmlns:a16="http://schemas.microsoft.com/office/drawing/2014/main" id="{B3B84019-2668-4A57-7CF1-259CA5611964}"/>
              </a:ext>
            </a:extLst>
          </p:cNvPr>
          <p:cNvSpPr/>
          <p:nvPr/>
        </p:nvSpPr>
        <p:spPr>
          <a:xfrm>
            <a:off x="6219757" y="1056590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8" name="fig1_O">
            <a:extLst>
              <a:ext uri="{FF2B5EF4-FFF2-40B4-BE49-F238E27FC236}">
                <a16:creationId xmlns:a16="http://schemas.microsoft.com/office/drawing/2014/main" id="{57C1E085-C758-29DE-2A26-1F7BF5359DB5}"/>
              </a:ext>
            </a:extLst>
          </p:cNvPr>
          <p:cNvSpPr/>
          <p:nvPr/>
        </p:nvSpPr>
        <p:spPr>
          <a:xfrm>
            <a:off x="5032267" y="2535023"/>
            <a:ext cx="1099226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29" name="fig1_P">
            <a:extLst>
              <a:ext uri="{FF2B5EF4-FFF2-40B4-BE49-F238E27FC236}">
                <a16:creationId xmlns:a16="http://schemas.microsoft.com/office/drawing/2014/main" id="{C65DC210-694F-29CD-BAB0-15CB01CB17F8}"/>
              </a:ext>
            </a:extLst>
          </p:cNvPr>
          <p:cNvSpPr/>
          <p:nvPr/>
        </p:nvSpPr>
        <p:spPr>
          <a:xfrm>
            <a:off x="6131493" y="2535023"/>
            <a:ext cx="676314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30" name="fig1_T">
            <a:extLst>
              <a:ext uri="{FF2B5EF4-FFF2-40B4-BE49-F238E27FC236}">
                <a16:creationId xmlns:a16="http://schemas.microsoft.com/office/drawing/2014/main" id="{324DA3A9-5F6C-C9C7-7818-E30A15F5A025}"/>
              </a:ext>
            </a:extLst>
          </p:cNvPr>
          <p:cNvSpPr/>
          <p:nvPr/>
        </p:nvSpPr>
        <p:spPr>
          <a:xfrm>
            <a:off x="5022037" y="3909956"/>
            <a:ext cx="1784754" cy="66417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34" name="fig1_D">
            <a:extLst>
              <a:ext uri="{FF2B5EF4-FFF2-40B4-BE49-F238E27FC236}">
                <a16:creationId xmlns:a16="http://schemas.microsoft.com/office/drawing/2014/main" id="{24E5BCC2-7E0F-D286-C810-3EE8B6DAFAF0}"/>
              </a:ext>
            </a:extLst>
          </p:cNvPr>
          <p:cNvSpPr/>
          <p:nvPr/>
        </p:nvSpPr>
        <p:spPr>
          <a:xfrm>
            <a:off x="2781234" y="3058143"/>
            <a:ext cx="844883" cy="804892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5" name="fig1_E">
            <a:extLst>
              <a:ext uri="{FF2B5EF4-FFF2-40B4-BE49-F238E27FC236}">
                <a16:creationId xmlns:a16="http://schemas.microsoft.com/office/drawing/2014/main" id="{F4B1E1FB-07B4-88CB-999F-887A4141C55B}"/>
              </a:ext>
            </a:extLst>
          </p:cNvPr>
          <p:cNvSpPr/>
          <p:nvPr/>
        </p:nvSpPr>
        <p:spPr>
          <a:xfrm>
            <a:off x="2781234" y="3875866"/>
            <a:ext cx="852510" cy="804892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6" name="fig1_C">
            <a:extLst>
              <a:ext uri="{FF2B5EF4-FFF2-40B4-BE49-F238E27FC236}">
                <a16:creationId xmlns:a16="http://schemas.microsoft.com/office/drawing/2014/main" id="{762D5EEB-8E7C-296E-BD16-4EC126DD9A92}"/>
              </a:ext>
            </a:extLst>
          </p:cNvPr>
          <p:cNvSpPr/>
          <p:nvPr/>
        </p:nvSpPr>
        <p:spPr>
          <a:xfrm>
            <a:off x="2781234" y="1775440"/>
            <a:ext cx="844883" cy="1282703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874870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</TotalTime>
  <Words>21</Words>
  <Application>Microsoft Office PowerPoint</Application>
  <PresentationFormat>Custom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Ona</dc:creator>
  <cp:lastModifiedBy>Tiffany Ona</cp:lastModifiedBy>
  <cp:revision>6</cp:revision>
  <dcterms:created xsi:type="dcterms:W3CDTF">2026-10-15T17:45:55Z</dcterms:created>
  <dcterms:modified xsi:type="dcterms:W3CDTF">2026-10-17T00:36:17Z</dcterms:modified>
</cp:coreProperties>
</file>