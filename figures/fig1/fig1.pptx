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60" r:id="rId2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048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pos="4608" userDrawn="1">
          <p15:clr>
            <a:srgbClr val="A4A3A4"/>
          </p15:clr>
        </p15:guide>
        <p15:guide id="4" orient="horz" pos="28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5"/>
    <p:restoredTop sz="94674"/>
  </p:normalViewPr>
  <p:slideViewPr>
    <p:cSldViewPr snapToGrid="0">
      <p:cViewPr varScale="1">
        <p:scale>
          <a:sx n="73" d="100"/>
          <a:sy n="73" d="100"/>
        </p:scale>
        <p:origin x="3024" y="45"/>
      </p:cViewPr>
      <p:guideLst>
        <p:guide orient="horz" pos="6048"/>
        <p:guide pos="288"/>
        <p:guide pos="4608"/>
        <p:guide orient="horz" pos="2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AB64-2C27-7A45-AE48-F5190A12FDDB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50ACB0-B974-924D-BA94-4F6C0E59E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748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F50ACB0-B974-924D-BA94-4F6C0E59EA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4299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34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220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>
                    <a:tint val="82000"/>
                  </a:schemeClr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531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324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1642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4064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038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762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241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4560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2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ABF4C5-BF9C-40A8-A020-04F3F3965A01}" type="datetimeFigureOut">
              <a:rPr lang="en-US" smtClean="0"/>
              <a:t>10/16/2026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7EFF58-81F3-4FED-A321-0429597B1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475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5ABCA-280C-558C-CD3E-1FDD17264C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ig1_A">
            <a:extLst>
              <a:ext uri="{FF2B5EF4-FFF2-40B4-BE49-F238E27FC236}">
                <a16:creationId xmlns:a16="http://schemas.microsoft.com/office/drawing/2014/main" id="{267AB746-F621-096F-D7D7-3073B80F5200}"/>
              </a:ext>
            </a:extLst>
          </p:cNvPr>
          <p:cNvSpPr/>
          <p:nvPr/>
        </p:nvSpPr>
        <p:spPr>
          <a:xfrm>
            <a:off x="457200" y="457200"/>
            <a:ext cx="3177153" cy="144868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5" name="fig1_B">
            <a:extLst>
              <a:ext uri="{FF2B5EF4-FFF2-40B4-BE49-F238E27FC236}">
                <a16:creationId xmlns:a16="http://schemas.microsoft.com/office/drawing/2014/main" id="{09A83E48-D8DF-3624-39EF-2AC75412C193}"/>
              </a:ext>
            </a:extLst>
          </p:cNvPr>
          <p:cNvSpPr/>
          <p:nvPr/>
        </p:nvSpPr>
        <p:spPr>
          <a:xfrm>
            <a:off x="457200" y="1918721"/>
            <a:ext cx="2315798" cy="276203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13" name="fig1_F">
            <a:extLst>
              <a:ext uri="{FF2B5EF4-FFF2-40B4-BE49-F238E27FC236}">
                <a16:creationId xmlns:a16="http://schemas.microsoft.com/office/drawing/2014/main" id="{0FFFBFC8-4F89-8064-773D-BF884851B7A1}"/>
              </a:ext>
            </a:extLst>
          </p:cNvPr>
          <p:cNvSpPr/>
          <p:nvPr/>
        </p:nvSpPr>
        <p:spPr>
          <a:xfrm>
            <a:off x="3727494" y="45720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F</a:t>
            </a:r>
          </a:p>
        </p:txBody>
      </p:sp>
      <p:sp>
        <p:nvSpPr>
          <p:cNvPr id="16" name="fig1_H">
            <a:extLst>
              <a:ext uri="{FF2B5EF4-FFF2-40B4-BE49-F238E27FC236}">
                <a16:creationId xmlns:a16="http://schemas.microsoft.com/office/drawing/2014/main" id="{72FA8B80-4F98-4286-70C5-846DF40DD15A}"/>
              </a:ext>
            </a:extLst>
          </p:cNvPr>
          <p:cNvSpPr/>
          <p:nvPr/>
        </p:nvSpPr>
        <p:spPr>
          <a:xfrm>
            <a:off x="3727494" y="1053147"/>
            <a:ext cx="1288306" cy="86988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H</a:t>
            </a:r>
          </a:p>
        </p:txBody>
      </p:sp>
      <p:sp>
        <p:nvSpPr>
          <p:cNvPr id="18" name="fig1_L">
            <a:extLst>
              <a:ext uri="{FF2B5EF4-FFF2-40B4-BE49-F238E27FC236}">
                <a16:creationId xmlns:a16="http://schemas.microsoft.com/office/drawing/2014/main" id="{AC336900-CF21-26E7-4BBE-893950376373}"/>
              </a:ext>
            </a:extLst>
          </p:cNvPr>
          <p:cNvSpPr/>
          <p:nvPr/>
        </p:nvSpPr>
        <p:spPr>
          <a:xfrm>
            <a:off x="3727493" y="1932187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</a:t>
            </a:r>
          </a:p>
        </p:txBody>
      </p:sp>
      <p:sp>
        <p:nvSpPr>
          <p:cNvPr id="19" name="fig1_N">
            <a:extLst>
              <a:ext uri="{FF2B5EF4-FFF2-40B4-BE49-F238E27FC236}">
                <a16:creationId xmlns:a16="http://schemas.microsoft.com/office/drawing/2014/main" id="{C03A3210-1851-5DCB-BE39-0DFEFF343ABA}"/>
              </a:ext>
            </a:extLst>
          </p:cNvPr>
          <p:cNvSpPr/>
          <p:nvPr/>
        </p:nvSpPr>
        <p:spPr>
          <a:xfrm>
            <a:off x="3727493" y="2528134"/>
            <a:ext cx="1288306" cy="77327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N</a:t>
            </a:r>
          </a:p>
        </p:txBody>
      </p:sp>
      <p:sp>
        <p:nvSpPr>
          <p:cNvPr id="20" name="fig1_Q">
            <a:extLst>
              <a:ext uri="{FF2B5EF4-FFF2-40B4-BE49-F238E27FC236}">
                <a16:creationId xmlns:a16="http://schemas.microsoft.com/office/drawing/2014/main" id="{AF693FF7-4153-040D-27C1-9FEB36F384D1}"/>
              </a:ext>
            </a:extLst>
          </p:cNvPr>
          <p:cNvSpPr/>
          <p:nvPr/>
        </p:nvSpPr>
        <p:spPr>
          <a:xfrm>
            <a:off x="3726477" y="3314010"/>
            <a:ext cx="1288306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Q</a:t>
            </a:r>
          </a:p>
        </p:txBody>
      </p:sp>
      <p:sp>
        <p:nvSpPr>
          <p:cNvPr id="21" name="fig1_S">
            <a:extLst>
              <a:ext uri="{FF2B5EF4-FFF2-40B4-BE49-F238E27FC236}">
                <a16:creationId xmlns:a16="http://schemas.microsoft.com/office/drawing/2014/main" id="{974061AC-95DA-16FB-2F66-E51C130C1879}"/>
              </a:ext>
            </a:extLst>
          </p:cNvPr>
          <p:cNvSpPr/>
          <p:nvPr/>
        </p:nvSpPr>
        <p:spPr>
          <a:xfrm>
            <a:off x="3726477" y="3909957"/>
            <a:ext cx="1288306" cy="6641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</a:t>
            </a:r>
          </a:p>
        </p:txBody>
      </p:sp>
      <p:sp>
        <p:nvSpPr>
          <p:cNvPr id="22" name="fig1_G">
            <a:extLst>
              <a:ext uri="{FF2B5EF4-FFF2-40B4-BE49-F238E27FC236}">
                <a16:creationId xmlns:a16="http://schemas.microsoft.com/office/drawing/2014/main" id="{72FAA8CB-6D13-332F-949B-AF24CAA318F3}"/>
              </a:ext>
            </a:extLst>
          </p:cNvPr>
          <p:cNvSpPr/>
          <p:nvPr/>
        </p:nvSpPr>
        <p:spPr>
          <a:xfrm>
            <a:off x="5032268" y="457200"/>
            <a:ext cx="1775540" cy="589369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G</a:t>
            </a:r>
          </a:p>
        </p:txBody>
      </p:sp>
      <p:sp>
        <p:nvSpPr>
          <p:cNvPr id="23" name="fig1_M">
            <a:extLst>
              <a:ext uri="{FF2B5EF4-FFF2-40B4-BE49-F238E27FC236}">
                <a16:creationId xmlns:a16="http://schemas.microsoft.com/office/drawing/2014/main" id="{0BA1D22F-9935-76C5-BCE7-0645D4404667}"/>
              </a:ext>
            </a:extLst>
          </p:cNvPr>
          <p:cNvSpPr/>
          <p:nvPr/>
        </p:nvSpPr>
        <p:spPr>
          <a:xfrm>
            <a:off x="5032269" y="1932187"/>
            <a:ext cx="1775538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M</a:t>
            </a:r>
          </a:p>
        </p:txBody>
      </p:sp>
      <p:sp>
        <p:nvSpPr>
          <p:cNvPr id="24" name="fig1_R">
            <a:extLst>
              <a:ext uri="{FF2B5EF4-FFF2-40B4-BE49-F238E27FC236}">
                <a16:creationId xmlns:a16="http://schemas.microsoft.com/office/drawing/2014/main" id="{E3D84538-01B3-24CE-03EE-50357AB516E8}"/>
              </a:ext>
            </a:extLst>
          </p:cNvPr>
          <p:cNvSpPr/>
          <p:nvPr/>
        </p:nvSpPr>
        <p:spPr>
          <a:xfrm>
            <a:off x="5031250" y="3314009"/>
            <a:ext cx="1775541" cy="595947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R</a:t>
            </a:r>
          </a:p>
        </p:txBody>
      </p:sp>
      <p:sp>
        <p:nvSpPr>
          <p:cNvPr id="25" name="fig1_I">
            <a:extLst>
              <a:ext uri="{FF2B5EF4-FFF2-40B4-BE49-F238E27FC236}">
                <a16:creationId xmlns:a16="http://schemas.microsoft.com/office/drawing/2014/main" id="{9BE228B9-ED2C-61E2-A01C-987205A1E14E}"/>
              </a:ext>
            </a:extLst>
          </p:cNvPr>
          <p:cNvSpPr/>
          <p:nvPr/>
        </p:nvSpPr>
        <p:spPr>
          <a:xfrm>
            <a:off x="5032268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I</a:t>
            </a:r>
          </a:p>
        </p:txBody>
      </p:sp>
      <p:sp>
        <p:nvSpPr>
          <p:cNvPr id="26" name="fig1_J">
            <a:extLst>
              <a:ext uri="{FF2B5EF4-FFF2-40B4-BE49-F238E27FC236}">
                <a16:creationId xmlns:a16="http://schemas.microsoft.com/office/drawing/2014/main" id="{68E54AF0-1CF1-C02D-6158-F1A603DD98AC}"/>
              </a:ext>
            </a:extLst>
          </p:cNvPr>
          <p:cNvSpPr/>
          <p:nvPr/>
        </p:nvSpPr>
        <p:spPr>
          <a:xfrm>
            <a:off x="5631706" y="1060035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J</a:t>
            </a:r>
          </a:p>
        </p:txBody>
      </p:sp>
      <p:sp>
        <p:nvSpPr>
          <p:cNvPr id="27" name="fig1_K">
            <a:extLst>
              <a:ext uri="{FF2B5EF4-FFF2-40B4-BE49-F238E27FC236}">
                <a16:creationId xmlns:a16="http://schemas.microsoft.com/office/drawing/2014/main" id="{B3B84019-2668-4A57-7CF1-259CA5611964}"/>
              </a:ext>
            </a:extLst>
          </p:cNvPr>
          <p:cNvSpPr/>
          <p:nvPr/>
        </p:nvSpPr>
        <p:spPr>
          <a:xfrm>
            <a:off x="6219757" y="1056590"/>
            <a:ext cx="588051" cy="862131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K</a:t>
            </a:r>
          </a:p>
        </p:txBody>
      </p:sp>
      <p:sp>
        <p:nvSpPr>
          <p:cNvPr id="28" name="fig1_O">
            <a:extLst>
              <a:ext uri="{FF2B5EF4-FFF2-40B4-BE49-F238E27FC236}">
                <a16:creationId xmlns:a16="http://schemas.microsoft.com/office/drawing/2014/main" id="{57C1E085-C758-29DE-2A26-1F7BF5359DB5}"/>
              </a:ext>
            </a:extLst>
          </p:cNvPr>
          <p:cNvSpPr/>
          <p:nvPr/>
        </p:nvSpPr>
        <p:spPr>
          <a:xfrm>
            <a:off x="5032267" y="2535023"/>
            <a:ext cx="1099226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O</a:t>
            </a:r>
          </a:p>
        </p:txBody>
      </p:sp>
      <p:sp>
        <p:nvSpPr>
          <p:cNvPr id="29" name="fig1_P">
            <a:extLst>
              <a:ext uri="{FF2B5EF4-FFF2-40B4-BE49-F238E27FC236}">
                <a16:creationId xmlns:a16="http://schemas.microsoft.com/office/drawing/2014/main" id="{C65DC210-694F-29CD-BAB0-15CB01CB17F8}"/>
              </a:ext>
            </a:extLst>
          </p:cNvPr>
          <p:cNvSpPr/>
          <p:nvPr/>
        </p:nvSpPr>
        <p:spPr>
          <a:xfrm>
            <a:off x="6131493" y="2535023"/>
            <a:ext cx="676314" cy="76639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</a:t>
            </a:r>
          </a:p>
        </p:txBody>
      </p:sp>
      <p:sp>
        <p:nvSpPr>
          <p:cNvPr id="30" name="fig1_T">
            <a:extLst>
              <a:ext uri="{FF2B5EF4-FFF2-40B4-BE49-F238E27FC236}">
                <a16:creationId xmlns:a16="http://schemas.microsoft.com/office/drawing/2014/main" id="{324DA3A9-5F6C-C9C7-7818-E30A15F5A025}"/>
              </a:ext>
            </a:extLst>
          </p:cNvPr>
          <p:cNvSpPr/>
          <p:nvPr/>
        </p:nvSpPr>
        <p:spPr>
          <a:xfrm>
            <a:off x="5022037" y="3909956"/>
            <a:ext cx="1784754" cy="664170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T</a:t>
            </a:r>
          </a:p>
        </p:txBody>
      </p:sp>
      <p:sp>
        <p:nvSpPr>
          <p:cNvPr id="34" name="fig1_D">
            <a:extLst>
              <a:ext uri="{FF2B5EF4-FFF2-40B4-BE49-F238E27FC236}">
                <a16:creationId xmlns:a16="http://schemas.microsoft.com/office/drawing/2014/main" id="{24E5BCC2-7E0F-D286-C810-3EE8B6DAFAF0}"/>
              </a:ext>
            </a:extLst>
          </p:cNvPr>
          <p:cNvSpPr/>
          <p:nvPr/>
        </p:nvSpPr>
        <p:spPr>
          <a:xfrm>
            <a:off x="2781234" y="3058143"/>
            <a:ext cx="844883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</a:t>
            </a:r>
          </a:p>
        </p:txBody>
      </p:sp>
      <p:sp>
        <p:nvSpPr>
          <p:cNvPr id="35" name="fig1_E">
            <a:extLst>
              <a:ext uri="{FF2B5EF4-FFF2-40B4-BE49-F238E27FC236}">
                <a16:creationId xmlns:a16="http://schemas.microsoft.com/office/drawing/2014/main" id="{F4B1E1FB-07B4-88CB-999F-887A4141C55B}"/>
              </a:ext>
            </a:extLst>
          </p:cNvPr>
          <p:cNvSpPr/>
          <p:nvPr/>
        </p:nvSpPr>
        <p:spPr>
          <a:xfrm>
            <a:off x="2781234" y="3875866"/>
            <a:ext cx="852510" cy="80489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E</a:t>
            </a:r>
          </a:p>
        </p:txBody>
      </p:sp>
      <p:sp>
        <p:nvSpPr>
          <p:cNvPr id="36" name="fig1_C">
            <a:extLst>
              <a:ext uri="{FF2B5EF4-FFF2-40B4-BE49-F238E27FC236}">
                <a16:creationId xmlns:a16="http://schemas.microsoft.com/office/drawing/2014/main" id="{762D5EEB-8E7C-296E-BD16-4EC126DD9A92}"/>
              </a:ext>
            </a:extLst>
          </p:cNvPr>
          <p:cNvSpPr/>
          <p:nvPr/>
        </p:nvSpPr>
        <p:spPr>
          <a:xfrm>
            <a:off x="2781234" y="1918721"/>
            <a:ext cx="844883" cy="1139422"/>
          </a:xfrm>
          <a:prstGeom prst="rect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874870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112</TotalTime>
  <Words>21</Words>
  <Application>Microsoft Office PowerPoint</Application>
  <PresentationFormat>Custom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Ona</dc:creator>
  <cp:lastModifiedBy>Tiffany Ona</cp:lastModifiedBy>
  <cp:revision>7</cp:revision>
  <dcterms:created xsi:type="dcterms:W3CDTF">2026-10-15T17:45:55Z</dcterms:created>
  <dcterms:modified xsi:type="dcterms:W3CDTF">2026-10-17T00:41:13Z</dcterms:modified>
</cp:coreProperties>
</file>