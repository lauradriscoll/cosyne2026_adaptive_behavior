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5940425" cy="56880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8" d="100"/>
          <a:sy n="128" d="100"/>
        </p:scale>
        <p:origin x="1782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ig1_H">
            <a:extLst>
              <a:ext uri="{FF2B5EF4-FFF2-40B4-BE49-F238E27FC236}">
                <a16:creationId xmlns:a16="http://schemas.microsoft.com/office/drawing/2014/main" id="{8C388E60-74BA-C247-ED30-69CF5931F5DE}"/>
              </a:ext>
            </a:extLst>
          </p:cNvPr>
          <p:cNvSpPr/>
          <p:nvPr/>
        </p:nvSpPr>
        <p:spPr>
          <a:xfrm>
            <a:off x="2970212" y="4531599"/>
            <a:ext cx="2117798" cy="990067"/>
          </a:xfrm>
          <a:prstGeom prst="rect">
            <a:avLst/>
          </a:prstGeom>
          <a:solidFill>
            <a:srgbClr val="D0F5F5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dirty="0">
                <a:solidFill>
                  <a:srgbClr val="333333"/>
                </a:solidFill>
              </a:rPr>
              <a:t>F
52×55 mm</a:t>
            </a:r>
          </a:p>
        </p:txBody>
      </p:sp>
      <p:sp>
        <p:nvSpPr>
          <p:cNvPr id="7" name="fig1_G"/>
          <p:cNvSpPr/>
          <p:nvPr/>
        </p:nvSpPr>
        <p:spPr>
          <a:xfrm>
            <a:off x="2970212" y="3462975"/>
            <a:ext cx="2117798" cy="990067"/>
          </a:xfrm>
          <a:prstGeom prst="rect">
            <a:avLst/>
          </a:prstGeom>
          <a:solidFill>
            <a:srgbClr val="D0F5F5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dirty="0">
                <a:solidFill>
                  <a:srgbClr val="333333"/>
                </a:solidFill>
              </a:rPr>
              <a:t>F
52×55 mm</a:t>
            </a:r>
          </a:p>
        </p:txBody>
      </p:sp>
      <p:sp>
        <p:nvSpPr>
          <p:cNvPr id="5" name="fig1_F"/>
          <p:cNvSpPr/>
          <p:nvPr/>
        </p:nvSpPr>
        <p:spPr>
          <a:xfrm>
            <a:off x="2970212" y="2244969"/>
            <a:ext cx="2117798" cy="1139449"/>
          </a:xfrm>
          <a:prstGeom prst="rect">
            <a:avLst/>
          </a:prstGeom>
          <a:solidFill>
            <a:srgbClr val="F0D0F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333333"/>
                </a:solidFill>
              </a:rPr>
              <a:t>D
51×55 mm</a:t>
            </a:r>
          </a:p>
        </p:txBody>
      </p:sp>
      <p:sp>
        <p:nvSpPr>
          <p:cNvPr id="12" name="fig1_E">
            <a:extLst>
              <a:ext uri="{FF2B5EF4-FFF2-40B4-BE49-F238E27FC236}">
                <a16:creationId xmlns:a16="http://schemas.microsoft.com/office/drawing/2014/main" id="{E23DCF68-356D-89E5-360E-0972F29F2B3D}"/>
              </a:ext>
            </a:extLst>
          </p:cNvPr>
          <p:cNvSpPr/>
          <p:nvPr/>
        </p:nvSpPr>
        <p:spPr>
          <a:xfrm>
            <a:off x="4339123" y="1536709"/>
            <a:ext cx="748887" cy="671509"/>
          </a:xfrm>
          <a:prstGeom prst="rect">
            <a:avLst/>
          </a:prstGeom>
          <a:solidFill>
            <a:srgbClr val="D0F0E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dirty="0">
                <a:solidFill>
                  <a:srgbClr val="333333"/>
                </a:solidFill>
              </a:rPr>
              <a:t>B
52×55 mm</a:t>
            </a:r>
          </a:p>
        </p:txBody>
      </p:sp>
      <p:sp>
        <p:nvSpPr>
          <p:cNvPr id="10" name="fig1_D">
            <a:extLst>
              <a:ext uri="{FF2B5EF4-FFF2-40B4-BE49-F238E27FC236}">
                <a16:creationId xmlns:a16="http://schemas.microsoft.com/office/drawing/2014/main" id="{C741465E-251B-2D14-7AB8-017C5773C8AC}"/>
              </a:ext>
            </a:extLst>
          </p:cNvPr>
          <p:cNvSpPr/>
          <p:nvPr/>
        </p:nvSpPr>
        <p:spPr>
          <a:xfrm>
            <a:off x="4339123" y="819608"/>
            <a:ext cx="748887" cy="671509"/>
          </a:xfrm>
          <a:prstGeom prst="rect">
            <a:avLst/>
          </a:prstGeom>
          <a:solidFill>
            <a:srgbClr val="D0F0E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333333"/>
                </a:solidFill>
              </a:rPr>
              <a:t>B
52×55 mm</a:t>
            </a:r>
          </a:p>
        </p:txBody>
      </p:sp>
      <p:sp>
        <p:nvSpPr>
          <p:cNvPr id="3" name="fig1_C"/>
          <p:cNvSpPr/>
          <p:nvPr/>
        </p:nvSpPr>
        <p:spPr>
          <a:xfrm>
            <a:off x="4339123" y="60138"/>
            <a:ext cx="748887" cy="713878"/>
          </a:xfrm>
          <a:prstGeom prst="rect">
            <a:avLst/>
          </a:prstGeom>
          <a:solidFill>
            <a:srgbClr val="D0F0E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333333"/>
                </a:solidFill>
              </a:rPr>
              <a:t>B
52×55 mm</a:t>
            </a:r>
          </a:p>
        </p:txBody>
      </p:sp>
      <p:sp>
        <p:nvSpPr>
          <p:cNvPr id="4" name="fig1_B"/>
          <p:cNvSpPr/>
          <p:nvPr/>
        </p:nvSpPr>
        <p:spPr>
          <a:xfrm>
            <a:off x="645012" y="2244969"/>
            <a:ext cx="2265131" cy="3276697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333333"/>
                </a:solidFill>
              </a:rPr>
              <a:t>C
52×55 mm</a:t>
            </a:r>
          </a:p>
        </p:txBody>
      </p:sp>
      <p:sp>
        <p:nvSpPr>
          <p:cNvPr id="2" name="fig1_A"/>
          <p:cNvSpPr/>
          <p:nvPr/>
        </p:nvSpPr>
        <p:spPr>
          <a:xfrm>
            <a:off x="645013" y="60137"/>
            <a:ext cx="3650012" cy="2148081"/>
          </a:xfrm>
          <a:prstGeom prst="rect">
            <a:avLst/>
          </a:prstGeom>
          <a:solidFill>
            <a:srgbClr val="D0E8F5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dirty="0">
                <a:solidFill>
                  <a:srgbClr val="333333"/>
                </a:solidFill>
              </a:rPr>
              <a:t>A
165×38 mm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32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Tiffany Ona</cp:lastModifiedBy>
  <cp:revision>4</cp:revision>
  <dcterms:created xsi:type="dcterms:W3CDTF">2013-01-27T09:14:16Z</dcterms:created>
  <dcterms:modified xsi:type="dcterms:W3CDTF">2026-10-15T23:56:11Z</dcterms:modified>
  <cp:category/>
</cp:coreProperties>
</file>