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7"/>
  </p:notesMasterIdLst>
  <p:sldIdLst>
    <p:sldId id="256" r:id="rId2"/>
    <p:sldId id="259" r:id="rId3"/>
    <p:sldId id="260" r:id="rId4"/>
    <p:sldId id="257" r:id="rId5"/>
    <p:sldId id="258" r:id="rId6"/>
  </p:sldIdLst>
  <p:sldSz cx="7772400" cy="10058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048" userDrawn="1">
          <p15:clr>
            <a:srgbClr val="A4A3A4"/>
          </p15:clr>
        </p15:guide>
        <p15:guide id="2" pos="288" userDrawn="1">
          <p15:clr>
            <a:srgbClr val="A4A3A4"/>
          </p15:clr>
        </p15:guide>
        <p15:guide id="3" pos="4608" userDrawn="1">
          <p15:clr>
            <a:srgbClr val="A4A3A4"/>
          </p15:clr>
        </p15:guide>
        <p15:guide id="4" orient="horz" pos="28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A603C97-F27C-431C-ABBF-7D98AB2190AB}" v="80" dt="2026-10-16T18:31:18.569"/>
    <p1510:client id="{F9657A64-DC5F-2F44-9FA6-6FF564F32082}" v="223" dt="2026-10-16T19:10:28.14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009"/>
    <p:restoredTop sz="94694"/>
  </p:normalViewPr>
  <p:slideViewPr>
    <p:cSldViewPr snapToGrid="0">
      <p:cViewPr>
        <p:scale>
          <a:sx n="87" d="100"/>
          <a:sy n="87" d="100"/>
        </p:scale>
        <p:origin x="3352" y="304"/>
      </p:cViewPr>
      <p:guideLst>
        <p:guide orient="horz" pos="6048"/>
        <p:guide pos="288"/>
        <p:guide pos="4608"/>
        <p:guide orient="horz" pos="28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F9AB64-2C27-7A45-AE48-F5190A12FDDB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36788" y="1143000"/>
            <a:ext cx="23844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F50ACB0-B974-924D-BA94-4F6C0E59EA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7486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F50ACB0-B974-924D-BA94-4F6C0E59EA9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04299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2930" y="1646133"/>
            <a:ext cx="6606540" cy="3501813"/>
          </a:xfrm>
        </p:spPr>
        <p:txBody>
          <a:bodyPr anchor="b"/>
          <a:lstStyle>
            <a:lvl1pPr algn="ctr"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71550" y="5282989"/>
            <a:ext cx="5829300" cy="2428451"/>
          </a:xfrm>
        </p:spPr>
        <p:txBody>
          <a:bodyPr/>
          <a:lstStyle>
            <a:lvl1pPr marL="0" indent="0" algn="ctr">
              <a:buNone/>
              <a:defRPr sz="2040"/>
            </a:lvl1pPr>
            <a:lvl2pPr marL="388620" indent="0" algn="ctr">
              <a:buNone/>
              <a:defRPr sz="1700"/>
            </a:lvl2pPr>
            <a:lvl3pPr marL="777240" indent="0" algn="ctr">
              <a:buNone/>
              <a:defRPr sz="1530"/>
            </a:lvl3pPr>
            <a:lvl4pPr marL="1165860" indent="0" algn="ctr">
              <a:buNone/>
              <a:defRPr sz="1360"/>
            </a:lvl4pPr>
            <a:lvl5pPr marL="1554480" indent="0" algn="ctr">
              <a:buNone/>
              <a:defRPr sz="1360"/>
            </a:lvl5pPr>
            <a:lvl6pPr marL="1943100" indent="0" algn="ctr">
              <a:buNone/>
              <a:defRPr sz="1360"/>
            </a:lvl6pPr>
            <a:lvl7pPr marL="2331720" indent="0" algn="ctr">
              <a:buNone/>
              <a:defRPr sz="1360"/>
            </a:lvl7pPr>
            <a:lvl8pPr marL="2720340" indent="0" algn="ctr">
              <a:buNone/>
              <a:defRPr sz="1360"/>
            </a:lvl8pPr>
            <a:lvl9pPr marL="3108960" indent="0" algn="ctr">
              <a:buNone/>
              <a:defRPr sz="13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ABF4C5-BF9C-40A8-A020-04F3F3965A01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EFF58-81F3-4FED-A321-0429597B16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03447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ABF4C5-BF9C-40A8-A020-04F3F3965A01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EFF58-81F3-4FED-A321-0429597B16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47220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0305" y="2507618"/>
            <a:ext cx="6703695" cy="4184014"/>
          </a:xfrm>
        </p:spPr>
        <p:txBody>
          <a:bodyPr anchor="b"/>
          <a:lstStyle>
            <a:lvl1pPr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0305" y="6731215"/>
            <a:ext cx="6703695" cy="2200274"/>
          </a:xfrm>
        </p:spPr>
        <p:txBody>
          <a:bodyPr/>
          <a:lstStyle>
            <a:lvl1pPr marL="0" indent="0">
              <a:buNone/>
              <a:defRPr sz="2040">
                <a:solidFill>
                  <a:schemeClr val="tx1">
                    <a:tint val="82000"/>
                  </a:schemeClr>
                </a:solidFill>
              </a:defRPr>
            </a:lvl1pPr>
            <a:lvl2pPr marL="388620" indent="0">
              <a:buNone/>
              <a:defRPr sz="1700">
                <a:solidFill>
                  <a:schemeClr val="tx1">
                    <a:tint val="82000"/>
                  </a:schemeClr>
                </a:solidFill>
              </a:defRPr>
            </a:lvl2pPr>
            <a:lvl3pPr marL="777240" indent="0">
              <a:buNone/>
              <a:defRPr sz="1530">
                <a:solidFill>
                  <a:schemeClr val="tx1">
                    <a:tint val="82000"/>
                  </a:schemeClr>
                </a:solidFill>
              </a:defRPr>
            </a:lvl3pPr>
            <a:lvl4pPr marL="116586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4pPr>
            <a:lvl5pPr marL="155448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5pPr>
            <a:lvl6pPr marL="194310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6pPr>
            <a:lvl7pPr marL="233172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7pPr>
            <a:lvl8pPr marL="272034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8pPr>
            <a:lvl9pPr marL="310896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ABF4C5-BF9C-40A8-A020-04F3F3965A01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EFF58-81F3-4FED-A321-0429597B16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48531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4353" y="2677584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34778" y="2677584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ABF4C5-BF9C-40A8-A020-04F3F3965A01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EFF58-81F3-4FED-A321-0429597B16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63247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535519"/>
            <a:ext cx="6703695" cy="194415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5366" y="2465706"/>
            <a:ext cx="3288089" cy="1208404"/>
          </a:xfrm>
        </p:spPr>
        <p:txBody>
          <a:bodyPr anchor="b"/>
          <a:lstStyle>
            <a:lvl1pPr marL="0" indent="0">
              <a:buNone/>
              <a:defRPr sz="2040" b="1"/>
            </a:lvl1pPr>
            <a:lvl2pPr marL="388620" indent="0">
              <a:buNone/>
              <a:defRPr sz="1700" b="1"/>
            </a:lvl2pPr>
            <a:lvl3pPr marL="777240" indent="0">
              <a:buNone/>
              <a:defRPr sz="1530" b="1"/>
            </a:lvl3pPr>
            <a:lvl4pPr marL="1165860" indent="0">
              <a:buNone/>
              <a:defRPr sz="1360" b="1"/>
            </a:lvl4pPr>
            <a:lvl5pPr marL="1554480" indent="0">
              <a:buNone/>
              <a:defRPr sz="1360" b="1"/>
            </a:lvl5pPr>
            <a:lvl6pPr marL="1943100" indent="0">
              <a:buNone/>
              <a:defRPr sz="1360" b="1"/>
            </a:lvl6pPr>
            <a:lvl7pPr marL="2331720" indent="0">
              <a:buNone/>
              <a:defRPr sz="1360" b="1"/>
            </a:lvl7pPr>
            <a:lvl8pPr marL="2720340" indent="0">
              <a:buNone/>
              <a:defRPr sz="1360" b="1"/>
            </a:lvl8pPr>
            <a:lvl9pPr marL="3108960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5366" y="3674110"/>
            <a:ext cx="3288089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34778" y="2465706"/>
            <a:ext cx="3304282" cy="1208404"/>
          </a:xfrm>
        </p:spPr>
        <p:txBody>
          <a:bodyPr anchor="b"/>
          <a:lstStyle>
            <a:lvl1pPr marL="0" indent="0">
              <a:buNone/>
              <a:defRPr sz="2040" b="1"/>
            </a:lvl1pPr>
            <a:lvl2pPr marL="388620" indent="0">
              <a:buNone/>
              <a:defRPr sz="1700" b="1"/>
            </a:lvl2pPr>
            <a:lvl3pPr marL="777240" indent="0">
              <a:buNone/>
              <a:defRPr sz="1530" b="1"/>
            </a:lvl3pPr>
            <a:lvl4pPr marL="1165860" indent="0">
              <a:buNone/>
              <a:defRPr sz="1360" b="1"/>
            </a:lvl4pPr>
            <a:lvl5pPr marL="1554480" indent="0">
              <a:buNone/>
              <a:defRPr sz="1360" b="1"/>
            </a:lvl5pPr>
            <a:lvl6pPr marL="1943100" indent="0">
              <a:buNone/>
              <a:defRPr sz="1360" b="1"/>
            </a:lvl6pPr>
            <a:lvl7pPr marL="2331720" indent="0">
              <a:buNone/>
              <a:defRPr sz="1360" b="1"/>
            </a:lvl7pPr>
            <a:lvl8pPr marL="2720340" indent="0">
              <a:buNone/>
              <a:defRPr sz="1360" b="1"/>
            </a:lvl8pPr>
            <a:lvl9pPr marL="3108960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934778" y="3674110"/>
            <a:ext cx="3304282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ABF4C5-BF9C-40A8-A020-04F3F3965A01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EFF58-81F3-4FED-A321-0429597B16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16424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ABF4C5-BF9C-40A8-A020-04F3F3965A01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EFF58-81F3-4FED-A321-0429597B16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34064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ABF4C5-BF9C-40A8-A020-04F3F3965A01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EFF58-81F3-4FED-A321-0429597B16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30387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4282" y="1448226"/>
            <a:ext cx="3934778" cy="7147983"/>
          </a:xfrm>
        </p:spPr>
        <p:txBody>
          <a:bodyPr/>
          <a:lstStyle>
            <a:lvl1pPr>
              <a:defRPr sz="2720"/>
            </a:lvl1pPr>
            <a:lvl2pPr>
              <a:defRPr sz="2380"/>
            </a:lvl2pPr>
            <a:lvl3pPr>
              <a:defRPr sz="204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5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20" indent="0">
              <a:buNone/>
              <a:defRPr sz="1190"/>
            </a:lvl2pPr>
            <a:lvl3pPr marL="777240" indent="0">
              <a:buNone/>
              <a:defRPr sz="1020"/>
            </a:lvl3pPr>
            <a:lvl4pPr marL="1165860" indent="0">
              <a:buNone/>
              <a:defRPr sz="850"/>
            </a:lvl4pPr>
            <a:lvl5pPr marL="1554480" indent="0">
              <a:buNone/>
              <a:defRPr sz="850"/>
            </a:lvl5pPr>
            <a:lvl6pPr marL="1943100" indent="0">
              <a:buNone/>
              <a:defRPr sz="850"/>
            </a:lvl6pPr>
            <a:lvl7pPr marL="2331720" indent="0">
              <a:buNone/>
              <a:defRPr sz="850"/>
            </a:lvl7pPr>
            <a:lvl8pPr marL="2720340" indent="0">
              <a:buNone/>
              <a:defRPr sz="850"/>
            </a:lvl8pPr>
            <a:lvl9pPr marL="3108960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ABF4C5-BF9C-40A8-A020-04F3F3965A01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EFF58-81F3-4FED-A321-0429597B16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17623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304282" y="1448226"/>
            <a:ext cx="3934778" cy="7147983"/>
          </a:xfrm>
        </p:spPr>
        <p:txBody>
          <a:bodyPr anchor="t"/>
          <a:lstStyle>
            <a:lvl1pPr marL="0" indent="0">
              <a:buNone/>
              <a:defRPr sz="2720"/>
            </a:lvl1pPr>
            <a:lvl2pPr marL="388620" indent="0">
              <a:buNone/>
              <a:defRPr sz="2380"/>
            </a:lvl2pPr>
            <a:lvl3pPr marL="777240" indent="0">
              <a:buNone/>
              <a:defRPr sz="2040"/>
            </a:lvl3pPr>
            <a:lvl4pPr marL="1165860" indent="0">
              <a:buNone/>
              <a:defRPr sz="1700"/>
            </a:lvl4pPr>
            <a:lvl5pPr marL="1554480" indent="0">
              <a:buNone/>
              <a:defRPr sz="1700"/>
            </a:lvl5pPr>
            <a:lvl6pPr marL="1943100" indent="0">
              <a:buNone/>
              <a:defRPr sz="1700"/>
            </a:lvl6pPr>
            <a:lvl7pPr marL="2331720" indent="0">
              <a:buNone/>
              <a:defRPr sz="1700"/>
            </a:lvl7pPr>
            <a:lvl8pPr marL="2720340" indent="0">
              <a:buNone/>
              <a:defRPr sz="1700"/>
            </a:lvl8pPr>
            <a:lvl9pPr marL="3108960" indent="0">
              <a:buNone/>
              <a:defRPr sz="17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5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20" indent="0">
              <a:buNone/>
              <a:defRPr sz="1190"/>
            </a:lvl2pPr>
            <a:lvl3pPr marL="777240" indent="0">
              <a:buNone/>
              <a:defRPr sz="1020"/>
            </a:lvl3pPr>
            <a:lvl4pPr marL="1165860" indent="0">
              <a:buNone/>
              <a:defRPr sz="850"/>
            </a:lvl4pPr>
            <a:lvl5pPr marL="1554480" indent="0">
              <a:buNone/>
              <a:defRPr sz="850"/>
            </a:lvl5pPr>
            <a:lvl6pPr marL="1943100" indent="0">
              <a:buNone/>
              <a:defRPr sz="850"/>
            </a:lvl6pPr>
            <a:lvl7pPr marL="2331720" indent="0">
              <a:buNone/>
              <a:defRPr sz="850"/>
            </a:lvl7pPr>
            <a:lvl8pPr marL="2720340" indent="0">
              <a:buNone/>
              <a:defRPr sz="850"/>
            </a:lvl8pPr>
            <a:lvl9pPr marL="3108960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ABF4C5-BF9C-40A8-A020-04F3F3965A01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EFF58-81F3-4FED-A321-0429597B16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64241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ABF4C5-BF9C-40A8-A020-04F3F3965A01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EFF58-81F3-4FED-A321-0429597B16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94560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62124" y="535517"/>
            <a:ext cx="1675924" cy="852402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4353" y="535517"/>
            <a:ext cx="4930616" cy="852402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ABF4C5-BF9C-40A8-A020-04F3F3965A01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EFF58-81F3-4FED-A321-0429597B16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921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4353" y="535519"/>
            <a:ext cx="6703695" cy="19441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353" y="2677584"/>
            <a:ext cx="6703695" cy="6381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4353" y="9322649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6ABF4C5-BF9C-40A8-A020-04F3F3965A01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4608" y="9322649"/>
            <a:ext cx="2623185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489258" y="9322649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D7EFF58-81F3-4FED-A321-0429597B16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44758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777240" rtl="0" eaLnBrk="1" latinLnBrk="0" hangingPunct="1">
        <a:lnSpc>
          <a:spcPct val="90000"/>
        </a:lnSpc>
        <a:spcBef>
          <a:spcPct val="0"/>
        </a:spcBef>
        <a:buNone/>
        <a:defRPr sz="37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4310" indent="-194310" algn="l" defTabSz="777240" rtl="0" eaLnBrk="1" latinLnBrk="0" hangingPunct="1">
        <a:lnSpc>
          <a:spcPct val="90000"/>
        </a:lnSpc>
        <a:spcBef>
          <a:spcPts val="850"/>
        </a:spcBef>
        <a:buFont typeface="Arial" panose="020B0604020202020204" pitchFamily="34" charset="0"/>
        <a:buChar char="•"/>
        <a:defRPr sz="2380" kern="1200">
          <a:solidFill>
            <a:schemeClr val="tx1"/>
          </a:solidFill>
          <a:latin typeface="+mn-lt"/>
          <a:ea typeface="+mn-ea"/>
          <a:cs typeface="+mn-cs"/>
        </a:defRPr>
      </a:lvl1pPr>
      <a:lvl2pPr marL="58293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2040" kern="1200">
          <a:solidFill>
            <a:schemeClr val="tx1"/>
          </a:solidFill>
          <a:latin typeface="+mn-lt"/>
          <a:ea typeface="+mn-ea"/>
          <a:cs typeface="+mn-cs"/>
        </a:defRPr>
      </a:lvl2pPr>
      <a:lvl3pPr marL="97155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136017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74879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213741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52603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91465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30327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1pPr>
      <a:lvl2pPr marL="38862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2pPr>
      <a:lvl3pPr marL="77724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3pPr>
      <a:lvl4pPr marL="116586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55448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194310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33172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72034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10896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92E060D-5F58-8F63-3D7C-82AB369A5ED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783" t="9525" r="5326" b="12093"/>
          <a:stretch>
            <a:fillRect/>
          </a:stretch>
        </p:blipFill>
        <p:spPr>
          <a:xfrm>
            <a:off x="-588707" y="271362"/>
            <a:ext cx="5007746" cy="335745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956AC8A-E685-434A-39E1-E82BA8627D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1682" b="26756"/>
          <a:stretch>
            <a:fillRect/>
          </a:stretch>
        </p:blipFill>
        <p:spPr>
          <a:xfrm>
            <a:off x="-850475" y="3735000"/>
            <a:ext cx="3143323" cy="554065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1C040D6-CF5F-B360-0A86-DABB245AD8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4267" b="66297"/>
          <a:stretch>
            <a:fillRect/>
          </a:stretch>
        </p:blipFill>
        <p:spPr>
          <a:xfrm>
            <a:off x="11197525" y="5655627"/>
            <a:ext cx="1936447" cy="199273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84C85AE-FE3F-2B4B-3521-037776B082C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4085" r="56314" b="47997"/>
          <a:stretch>
            <a:fillRect/>
          </a:stretch>
        </p:blipFill>
        <p:spPr>
          <a:xfrm>
            <a:off x="14393196" y="-2785240"/>
            <a:ext cx="2248495" cy="4871813"/>
          </a:xfrm>
          <a:prstGeom prst="rect">
            <a:avLst/>
          </a:pr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BFB4184D-B7E1-0978-B894-A61F485549DE}"/>
              </a:ext>
            </a:extLst>
          </p:cNvPr>
          <p:cNvGrpSpPr/>
          <p:nvPr/>
        </p:nvGrpSpPr>
        <p:grpSpPr>
          <a:xfrm>
            <a:off x="11734081" y="-2474821"/>
            <a:ext cx="2506786" cy="3538756"/>
            <a:chOff x="2493995" y="2818228"/>
            <a:chExt cx="1709172" cy="2412788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B170F021-109F-43C4-8822-ED15988406A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21272" t="27788"/>
            <a:stretch>
              <a:fillRect/>
            </a:stretch>
          </p:blipFill>
          <p:spPr>
            <a:xfrm>
              <a:off x="2700017" y="2818228"/>
              <a:ext cx="1503150" cy="2412788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726FF4FA-778C-779E-4488-142BB493A7F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14815" t="4981" r="35574" b="80283"/>
            <a:stretch>
              <a:fillRect/>
            </a:stretch>
          </p:blipFill>
          <p:spPr>
            <a:xfrm>
              <a:off x="2493995" y="2884935"/>
              <a:ext cx="1046678" cy="544065"/>
            </a:xfrm>
            <a:prstGeom prst="rect">
              <a:avLst/>
            </a:prstGeom>
          </p:spPr>
        </p:pic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6921583D-F1CE-258A-3A4A-722EB43A44F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6072" r="48043" b="72261"/>
          <a:stretch>
            <a:fillRect/>
          </a:stretch>
        </p:blipFill>
        <p:spPr>
          <a:xfrm>
            <a:off x="4428666" y="366389"/>
            <a:ext cx="1158989" cy="1158979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A0E30D7C-E611-4E17-46FE-B27C91066C55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48414" r="25476" b="69086"/>
          <a:stretch>
            <a:fillRect/>
          </a:stretch>
        </p:blipFill>
        <p:spPr>
          <a:xfrm>
            <a:off x="4602604" y="1526474"/>
            <a:ext cx="1084770" cy="98349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2893457-C628-580D-DC6E-0C3FB925D75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04338" y="2634460"/>
            <a:ext cx="1090470" cy="109654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41E9461-3D1A-7182-7361-340320A12CB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93181" y="3717234"/>
            <a:ext cx="4271249" cy="5774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2696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EF1144B-68CC-2F3C-9183-A5444CA21E7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74851"/>
          <a:stretch>
            <a:fillRect/>
          </a:stretch>
        </p:blipFill>
        <p:spPr>
          <a:xfrm>
            <a:off x="0" y="-526943"/>
            <a:ext cx="7772400" cy="165831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ADE3429-9A2E-C1A4-3B3A-14318882AF6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6485"/>
          <a:stretch>
            <a:fillRect/>
          </a:stretch>
        </p:blipFill>
        <p:spPr>
          <a:xfrm>
            <a:off x="0" y="1131376"/>
            <a:ext cx="7772400" cy="418815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F89CF50-806F-BE8A-8C51-A42D016AB9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1682" b="26756"/>
          <a:stretch>
            <a:fillRect/>
          </a:stretch>
        </p:blipFill>
        <p:spPr>
          <a:xfrm>
            <a:off x="457200" y="6977850"/>
            <a:ext cx="2299326" cy="263661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A9200E4-C859-4834-25B0-94D83E7DC3E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8414" r="25476" b="69086"/>
          <a:stretch>
            <a:fillRect/>
          </a:stretch>
        </p:blipFill>
        <p:spPr>
          <a:xfrm>
            <a:off x="2717690" y="7310744"/>
            <a:ext cx="916663" cy="83108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968ED23-7786-3B2D-3BAB-7EB4890CEA2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17690" y="8296154"/>
            <a:ext cx="916663" cy="92176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6AF85CF-7472-E407-888B-6FF29177B8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34353" y="5224759"/>
            <a:ext cx="3680847" cy="417197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AA978B3-A28F-C916-9699-FFF12FFF8A6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3671" y="5293596"/>
            <a:ext cx="3160682" cy="1597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59413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25ABCA-280C-558C-CD3E-1FDD17264C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ig1_A">
            <a:extLst>
              <a:ext uri="{FF2B5EF4-FFF2-40B4-BE49-F238E27FC236}">
                <a16:creationId xmlns:a16="http://schemas.microsoft.com/office/drawing/2014/main" id="{267AB746-F621-096F-D7D7-3073B80F5200}"/>
              </a:ext>
            </a:extLst>
          </p:cNvPr>
          <p:cNvSpPr/>
          <p:nvPr/>
        </p:nvSpPr>
        <p:spPr>
          <a:xfrm>
            <a:off x="457200" y="457200"/>
            <a:ext cx="3177153" cy="1653119"/>
          </a:xfrm>
          <a:prstGeom prst="rect">
            <a:avLst/>
          </a:prstGeom>
          <a:noFill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5" name="fig1_B">
            <a:extLst>
              <a:ext uri="{FF2B5EF4-FFF2-40B4-BE49-F238E27FC236}">
                <a16:creationId xmlns:a16="http://schemas.microsoft.com/office/drawing/2014/main" id="{09A83E48-D8DF-3624-39EF-2AC75412C193}"/>
              </a:ext>
            </a:extLst>
          </p:cNvPr>
          <p:cNvSpPr/>
          <p:nvPr/>
        </p:nvSpPr>
        <p:spPr>
          <a:xfrm>
            <a:off x="457200" y="2123593"/>
            <a:ext cx="2315798" cy="2710048"/>
          </a:xfrm>
          <a:prstGeom prst="rect">
            <a:avLst/>
          </a:prstGeom>
          <a:noFill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13" name="fig1_F">
            <a:extLst>
              <a:ext uri="{FF2B5EF4-FFF2-40B4-BE49-F238E27FC236}">
                <a16:creationId xmlns:a16="http://schemas.microsoft.com/office/drawing/2014/main" id="{0FFFBFC8-4F89-8064-773D-BF884851B7A1}"/>
              </a:ext>
            </a:extLst>
          </p:cNvPr>
          <p:cNvSpPr/>
          <p:nvPr/>
        </p:nvSpPr>
        <p:spPr>
          <a:xfrm>
            <a:off x="3727494" y="457200"/>
            <a:ext cx="1288306" cy="589369"/>
          </a:xfrm>
          <a:prstGeom prst="rect">
            <a:avLst/>
          </a:prstGeom>
          <a:noFill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F</a:t>
            </a:r>
          </a:p>
        </p:txBody>
      </p:sp>
      <p:sp>
        <p:nvSpPr>
          <p:cNvPr id="16" name="fig1_H">
            <a:extLst>
              <a:ext uri="{FF2B5EF4-FFF2-40B4-BE49-F238E27FC236}">
                <a16:creationId xmlns:a16="http://schemas.microsoft.com/office/drawing/2014/main" id="{72FA8B80-4F98-4286-70C5-846DF40DD15A}"/>
              </a:ext>
            </a:extLst>
          </p:cNvPr>
          <p:cNvSpPr/>
          <p:nvPr/>
        </p:nvSpPr>
        <p:spPr>
          <a:xfrm>
            <a:off x="3727494" y="1053147"/>
            <a:ext cx="1288306" cy="869881"/>
          </a:xfrm>
          <a:prstGeom prst="rect">
            <a:avLst/>
          </a:prstGeom>
          <a:noFill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H</a:t>
            </a:r>
          </a:p>
        </p:txBody>
      </p:sp>
      <p:sp>
        <p:nvSpPr>
          <p:cNvPr id="18" name="fig1_L">
            <a:extLst>
              <a:ext uri="{FF2B5EF4-FFF2-40B4-BE49-F238E27FC236}">
                <a16:creationId xmlns:a16="http://schemas.microsoft.com/office/drawing/2014/main" id="{AC336900-CF21-26E7-4BBE-893950376373}"/>
              </a:ext>
            </a:extLst>
          </p:cNvPr>
          <p:cNvSpPr/>
          <p:nvPr/>
        </p:nvSpPr>
        <p:spPr>
          <a:xfrm>
            <a:off x="3727494" y="2003540"/>
            <a:ext cx="1288306" cy="589369"/>
          </a:xfrm>
          <a:prstGeom prst="rect">
            <a:avLst/>
          </a:prstGeom>
          <a:noFill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L</a:t>
            </a:r>
          </a:p>
        </p:txBody>
      </p:sp>
      <p:sp>
        <p:nvSpPr>
          <p:cNvPr id="19" name="fig1_N">
            <a:extLst>
              <a:ext uri="{FF2B5EF4-FFF2-40B4-BE49-F238E27FC236}">
                <a16:creationId xmlns:a16="http://schemas.microsoft.com/office/drawing/2014/main" id="{C03A3210-1851-5DCB-BE39-0DFEFF343ABA}"/>
              </a:ext>
            </a:extLst>
          </p:cNvPr>
          <p:cNvSpPr/>
          <p:nvPr/>
        </p:nvSpPr>
        <p:spPr>
          <a:xfrm>
            <a:off x="3727494" y="2599487"/>
            <a:ext cx="1288306" cy="773279"/>
          </a:xfrm>
          <a:prstGeom prst="rect">
            <a:avLst/>
          </a:prstGeom>
          <a:noFill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N</a:t>
            </a:r>
          </a:p>
        </p:txBody>
      </p:sp>
      <p:sp>
        <p:nvSpPr>
          <p:cNvPr id="20" name="fig1_Q">
            <a:extLst>
              <a:ext uri="{FF2B5EF4-FFF2-40B4-BE49-F238E27FC236}">
                <a16:creationId xmlns:a16="http://schemas.microsoft.com/office/drawing/2014/main" id="{AF693FF7-4153-040D-27C1-9FEB36F384D1}"/>
              </a:ext>
            </a:extLst>
          </p:cNvPr>
          <p:cNvSpPr/>
          <p:nvPr/>
        </p:nvSpPr>
        <p:spPr>
          <a:xfrm>
            <a:off x="3727493" y="3461031"/>
            <a:ext cx="1272927" cy="589369"/>
          </a:xfrm>
          <a:prstGeom prst="rect">
            <a:avLst/>
          </a:prstGeom>
          <a:noFill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Q</a:t>
            </a:r>
          </a:p>
        </p:txBody>
      </p:sp>
      <p:sp>
        <p:nvSpPr>
          <p:cNvPr id="21" name="fig1_S">
            <a:extLst>
              <a:ext uri="{FF2B5EF4-FFF2-40B4-BE49-F238E27FC236}">
                <a16:creationId xmlns:a16="http://schemas.microsoft.com/office/drawing/2014/main" id="{974061AC-95DA-16FB-2F66-E51C130C1879}"/>
              </a:ext>
            </a:extLst>
          </p:cNvPr>
          <p:cNvSpPr/>
          <p:nvPr/>
        </p:nvSpPr>
        <p:spPr>
          <a:xfrm>
            <a:off x="3727493" y="4056978"/>
            <a:ext cx="1272927" cy="773279"/>
          </a:xfrm>
          <a:prstGeom prst="rect">
            <a:avLst/>
          </a:prstGeom>
          <a:noFill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S</a:t>
            </a:r>
          </a:p>
        </p:txBody>
      </p:sp>
      <p:sp>
        <p:nvSpPr>
          <p:cNvPr id="22" name="fig1_G">
            <a:extLst>
              <a:ext uri="{FF2B5EF4-FFF2-40B4-BE49-F238E27FC236}">
                <a16:creationId xmlns:a16="http://schemas.microsoft.com/office/drawing/2014/main" id="{72FAA8CB-6D13-332F-949B-AF24CAA318F3}"/>
              </a:ext>
            </a:extLst>
          </p:cNvPr>
          <p:cNvSpPr/>
          <p:nvPr/>
        </p:nvSpPr>
        <p:spPr>
          <a:xfrm>
            <a:off x="5032268" y="457200"/>
            <a:ext cx="1775540" cy="589369"/>
          </a:xfrm>
          <a:prstGeom prst="rect">
            <a:avLst/>
          </a:prstGeom>
          <a:noFill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23" name="fig1_M">
            <a:extLst>
              <a:ext uri="{FF2B5EF4-FFF2-40B4-BE49-F238E27FC236}">
                <a16:creationId xmlns:a16="http://schemas.microsoft.com/office/drawing/2014/main" id="{0BA1D22F-9935-76C5-BCE7-0645D4404667}"/>
              </a:ext>
            </a:extLst>
          </p:cNvPr>
          <p:cNvSpPr/>
          <p:nvPr/>
        </p:nvSpPr>
        <p:spPr>
          <a:xfrm>
            <a:off x="5032270" y="2003540"/>
            <a:ext cx="1775538" cy="595947"/>
          </a:xfrm>
          <a:prstGeom prst="rect">
            <a:avLst/>
          </a:prstGeom>
          <a:noFill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M</a:t>
            </a:r>
          </a:p>
        </p:txBody>
      </p:sp>
      <p:sp>
        <p:nvSpPr>
          <p:cNvPr id="24" name="fig1_R">
            <a:extLst>
              <a:ext uri="{FF2B5EF4-FFF2-40B4-BE49-F238E27FC236}">
                <a16:creationId xmlns:a16="http://schemas.microsoft.com/office/drawing/2014/main" id="{E3D84538-01B3-24CE-03EE-50357AB516E8}"/>
              </a:ext>
            </a:extLst>
          </p:cNvPr>
          <p:cNvSpPr/>
          <p:nvPr/>
        </p:nvSpPr>
        <p:spPr>
          <a:xfrm>
            <a:off x="5000420" y="3461030"/>
            <a:ext cx="1807388" cy="631297"/>
          </a:xfrm>
          <a:prstGeom prst="rect">
            <a:avLst/>
          </a:prstGeom>
          <a:noFill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R</a:t>
            </a:r>
          </a:p>
        </p:txBody>
      </p:sp>
      <p:sp>
        <p:nvSpPr>
          <p:cNvPr id="25" name="fig1_I">
            <a:extLst>
              <a:ext uri="{FF2B5EF4-FFF2-40B4-BE49-F238E27FC236}">
                <a16:creationId xmlns:a16="http://schemas.microsoft.com/office/drawing/2014/main" id="{9BE228B9-ED2C-61E2-A01C-987205A1E14E}"/>
              </a:ext>
            </a:extLst>
          </p:cNvPr>
          <p:cNvSpPr/>
          <p:nvPr/>
        </p:nvSpPr>
        <p:spPr>
          <a:xfrm>
            <a:off x="5032268" y="1060035"/>
            <a:ext cx="588051" cy="862131"/>
          </a:xfrm>
          <a:prstGeom prst="rect">
            <a:avLst/>
          </a:prstGeom>
          <a:noFill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26" name="fig1_J">
            <a:extLst>
              <a:ext uri="{FF2B5EF4-FFF2-40B4-BE49-F238E27FC236}">
                <a16:creationId xmlns:a16="http://schemas.microsoft.com/office/drawing/2014/main" id="{68E54AF0-1CF1-C02D-6158-F1A603DD98AC}"/>
              </a:ext>
            </a:extLst>
          </p:cNvPr>
          <p:cNvSpPr/>
          <p:nvPr/>
        </p:nvSpPr>
        <p:spPr>
          <a:xfrm>
            <a:off x="5631706" y="1060035"/>
            <a:ext cx="588051" cy="862131"/>
          </a:xfrm>
          <a:prstGeom prst="rect">
            <a:avLst/>
          </a:prstGeom>
          <a:noFill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J</a:t>
            </a:r>
          </a:p>
        </p:txBody>
      </p:sp>
      <p:sp>
        <p:nvSpPr>
          <p:cNvPr id="27" name="fig1_K">
            <a:extLst>
              <a:ext uri="{FF2B5EF4-FFF2-40B4-BE49-F238E27FC236}">
                <a16:creationId xmlns:a16="http://schemas.microsoft.com/office/drawing/2014/main" id="{B3B84019-2668-4A57-7CF1-259CA5611964}"/>
              </a:ext>
            </a:extLst>
          </p:cNvPr>
          <p:cNvSpPr/>
          <p:nvPr/>
        </p:nvSpPr>
        <p:spPr>
          <a:xfrm>
            <a:off x="6219757" y="1056590"/>
            <a:ext cx="588051" cy="862131"/>
          </a:xfrm>
          <a:prstGeom prst="rect">
            <a:avLst/>
          </a:prstGeom>
          <a:noFill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K</a:t>
            </a:r>
          </a:p>
        </p:txBody>
      </p:sp>
      <p:sp>
        <p:nvSpPr>
          <p:cNvPr id="28" name="fig1_O">
            <a:extLst>
              <a:ext uri="{FF2B5EF4-FFF2-40B4-BE49-F238E27FC236}">
                <a16:creationId xmlns:a16="http://schemas.microsoft.com/office/drawing/2014/main" id="{57C1E085-C758-29DE-2A26-1F7BF5359DB5}"/>
              </a:ext>
            </a:extLst>
          </p:cNvPr>
          <p:cNvSpPr/>
          <p:nvPr/>
        </p:nvSpPr>
        <p:spPr>
          <a:xfrm>
            <a:off x="5032268" y="2606376"/>
            <a:ext cx="1099226" cy="766390"/>
          </a:xfrm>
          <a:prstGeom prst="rect">
            <a:avLst/>
          </a:prstGeom>
          <a:noFill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O</a:t>
            </a:r>
          </a:p>
        </p:txBody>
      </p:sp>
      <p:sp>
        <p:nvSpPr>
          <p:cNvPr id="29" name="fig1_P">
            <a:extLst>
              <a:ext uri="{FF2B5EF4-FFF2-40B4-BE49-F238E27FC236}">
                <a16:creationId xmlns:a16="http://schemas.microsoft.com/office/drawing/2014/main" id="{C65DC210-694F-29CD-BAB0-15CB01CB17F8}"/>
              </a:ext>
            </a:extLst>
          </p:cNvPr>
          <p:cNvSpPr/>
          <p:nvPr/>
        </p:nvSpPr>
        <p:spPr>
          <a:xfrm>
            <a:off x="6131494" y="2606376"/>
            <a:ext cx="676314" cy="766390"/>
          </a:xfrm>
          <a:prstGeom prst="rect">
            <a:avLst/>
          </a:prstGeom>
          <a:noFill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P</a:t>
            </a:r>
          </a:p>
        </p:txBody>
      </p:sp>
      <p:sp>
        <p:nvSpPr>
          <p:cNvPr id="30" name="fig1_T">
            <a:extLst>
              <a:ext uri="{FF2B5EF4-FFF2-40B4-BE49-F238E27FC236}">
                <a16:creationId xmlns:a16="http://schemas.microsoft.com/office/drawing/2014/main" id="{324DA3A9-5F6C-C9C7-7818-E30A15F5A025}"/>
              </a:ext>
            </a:extLst>
          </p:cNvPr>
          <p:cNvSpPr/>
          <p:nvPr/>
        </p:nvSpPr>
        <p:spPr>
          <a:xfrm>
            <a:off x="5000420" y="4098905"/>
            <a:ext cx="1807388" cy="728874"/>
          </a:xfrm>
          <a:prstGeom prst="rect">
            <a:avLst/>
          </a:prstGeom>
          <a:noFill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T</a:t>
            </a:r>
          </a:p>
        </p:txBody>
      </p:sp>
      <p:sp>
        <p:nvSpPr>
          <p:cNvPr id="34" name="fig1_C">
            <a:extLst>
              <a:ext uri="{FF2B5EF4-FFF2-40B4-BE49-F238E27FC236}">
                <a16:creationId xmlns:a16="http://schemas.microsoft.com/office/drawing/2014/main" id="{24E5BCC2-7E0F-D286-C810-3EE8B6DAFAF0}"/>
              </a:ext>
            </a:extLst>
          </p:cNvPr>
          <p:cNvSpPr/>
          <p:nvPr/>
        </p:nvSpPr>
        <p:spPr>
          <a:xfrm>
            <a:off x="2788253" y="2127757"/>
            <a:ext cx="844883" cy="884969"/>
          </a:xfrm>
          <a:prstGeom prst="rect">
            <a:avLst/>
          </a:prstGeom>
          <a:noFill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35" name="fig1_D">
            <a:extLst>
              <a:ext uri="{FF2B5EF4-FFF2-40B4-BE49-F238E27FC236}">
                <a16:creationId xmlns:a16="http://schemas.microsoft.com/office/drawing/2014/main" id="{F4B1E1FB-07B4-88CB-999F-887A4141C55B}"/>
              </a:ext>
            </a:extLst>
          </p:cNvPr>
          <p:cNvSpPr/>
          <p:nvPr/>
        </p:nvSpPr>
        <p:spPr>
          <a:xfrm>
            <a:off x="2780626" y="3024988"/>
            <a:ext cx="852510" cy="884969"/>
          </a:xfrm>
          <a:prstGeom prst="rect">
            <a:avLst/>
          </a:prstGeom>
          <a:noFill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D</a:t>
            </a:r>
          </a:p>
        </p:txBody>
      </p:sp>
      <p:sp>
        <p:nvSpPr>
          <p:cNvPr id="36" name="fig1_E">
            <a:extLst>
              <a:ext uri="{FF2B5EF4-FFF2-40B4-BE49-F238E27FC236}">
                <a16:creationId xmlns:a16="http://schemas.microsoft.com/office/drawing/2014/main" id="{762D5EEB-8E7C-296E-BD16-4EC126DD9A92}"/>
              </a:ext>
            </a:extLst>
          </p:cNvPr>
          <p:cNvSpPr/>
          <p:nvPr/>
        </p:nvSpPr>
        <p:spPr>
          <a:xfrm>
            <a:off x="2788253" y="3926011"/>
            <a:ext cx="844883" cy="907630"/>
          </a:xfrm>
          <a:prstGeom prst="rect">
            <a:avLst/>
          </a:prstGeom>
          <a:noFill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E</a:t>
            </a:r>
          </a:p>
        </p:txBody>
      </p:sp>
    </p:spTree>
    <p:extLst>
      <p:ext uri="{BB962C8B-B14F-4D97-AF65-F5344CB8AC3E}">
        <p14:creationId xmlns:p14="http://schemas.microsoft.com/office/powerpoint/2010/main" val="18748702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9A88F0D-50E8-B5D1-2BAD-59C733E49C0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73453" b="72228"/>
          <a:stretch>
            <a:fillRect/>
          </a:stretch>
        </p:blipFill>
        <p:spPr>
          <a:xfrm>
            <a:off x="-2379795" y="1191719"/>
            <a:ext cx="1985985" cy="196306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2ED79FA-F41C-607C-D84A-7C17BB4F1AE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1599" r="458" b="72228"/>
          <a:stretch>
            <a:fillRect/>
          </a:stretch>
        </p:blipFill>
        <p:spPr>
          <a:xfrm>
            <a:off x="-398260" y="1189084"/>
            <a:ext cx="3666464" cy="198483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087C8CA-CF61-DC12-5729-477C5953808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1599" t="26799" r="458" b="52282"/>
          <a:stretch>
            <a:fillRect/>
          </a:stretch>
        </p:blipFill>
        <p:spPr>
          <a:xfrm>
            <a:off x="-408754" y="4750361"/>
            <a:ext cx="2684054" cy="147866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499B3D8-01D1-90B0-FC31-AD8F1797B46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94" t="28453" r="51163" b="53036"/>
          <a:stretch>
            <a:fillRect/>
          </a:stretch>
        </p:blipFill>
        <p:spPr>
          <a:xfrm>
            <a:off x="-411652" y="3236924"/>
            <a:ext cx="2453657" cy="130845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C5F228A-2C15-9372-BFA0-6B1A9CC490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3575" t="65896" r="356" b="990"/>
          <a:stretch>
            <a:fillRect/>
          </a:stretch>
        </p:blipFill>
        <p:spPr>
          <a:xfrm>
            <a:off x="-2226507" y="3040104"/>
            <a:ext cx="1701858" cy="1698575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44524501-00EF-9323-3261-B06155488DC3}"/>
              </a:ext>
            </a:extLst>
          </p:cNvPr>
          <p:cNvSpPr/>
          <p:nvPr/>
        </p:nvSpPr>
        <p:spPr>
          <a:xfrm>
            <a:off x="-2076598" y="4874723"/>
            <a:ext cx="1544998" cy="12258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640"/>
              <a:t>Same for model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E67FB46E-3200-88AD-4F4C-E2E6296A763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49398"/>
          <a:stretch>
            <a:fillRect/>
          </a:stretch>
        </p:blipFill>
        <p:spPr>
          <a:xfrm>
            <a:off x="4029425" y="1413930"/>
            <a:ext cx="3202855" cy="3278905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B3A9B486-A55C-A88C-65B6-65885F7335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42907" y="4874722"/>
            <a:ext cx="5080454" cy="272825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FA2F1790-7007-61EE-652D-78BC43D76B3E}"/>
              </a:ext>
            </a:extLst>
          </p:cNvPr>
          <p:cNvSpPr/>
          <p:nvPr/>
        </p:nvSpPr>
        <p:spPr>
          <a:xfrm>
            <a:off x="3762422" y="1189086"/>
            <a:ext cx="2100654" cy="3489515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64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99F9235-35B4-6CC5-2915-C5587B47219C}"/>
              </a:ext>
            </a:extLst>
          </p:cNvPr>
          <p:cNvSpPr/>
          <p:nvPr/>
        </p:nvSpPr>
        <p:spPr>
          <a:xfrm>
            <a:off x="5859735" y="1189085"/>
            <a:ext cx="1563627" cy="3496772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640"/>
          </a:p>
        </p:txBody>
      </p:sp>
    </p:spTree>
    <p:extLst>
      <p:ext uri="{BB962C8B-B14F-4D97-AF65-F5344CB8AC3E}">
        <p14:creationId xmlns:p14="http://schemas.microsoft.com/office/powerpoint/2010/main" val="29847538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0579976-3093-3C4F-807D-51C4F18332B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73453" b="72228"/>
          <a:stretch>
            <a:fillRect/>
          </a:stretch>
        </p:blipFill>
        <p:spPr>
          <a:xfrm>
            <a:off x="95617" y="249665"/>
            <a:ext cx="2954560" cy="151304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A1412E5-172C-A208-9DA7-312D2A21423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1599" r="458" b="72228"/>
          <a:stretch>
            <a:fillRect/>
          </a:stretch>
        </p:blipFill>
        <p:spPr>
          <a:xfrm>
            <a:off x="3233800" y="154106"/>
            <a:ext cx="3126119" cy="170415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78ED9A4-37EC-0FE1-84A1-6CF4D93BA7C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1599" t="26799" r="15981" b="52282"/>
          <a:stretch>
            <a:fillRect/>
          </a:stretch>
        </p:blipFill>
        <p:spPr>
          <a:xfrm>
            <a:off x="3233800" y="1698745"/>
            <a:ext cx="1814994" cy="147866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3BDE978-9C1F-58F6-901C-0495B0A7AC7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94" t="28453" r="67136" b="53036"/>
          <a:stretch>
            <a:fillRect/>
          </a:stretch>
        </p:blipFill>
        <p:spPr>
          <a:xfrm>
            <a:off x="210086" y="1762705"/>
            <a:ext cx="1567220" cy="130845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2AFE248-205D-3609-E889-5A891712C0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3575" t="65896" r="356" b="990"/>
          <a:stretch>
            <a:fillRect/>
          </a:stretch>
        </p:blipFill>
        <p:spPr>
          <a:xfrm>
            <a:off x="1792642" y="1818302"/>
            <a:ext cx="1425822" cy="142307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5875C78-6BBF-3750-ECFB-1E0C101CD9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3575" t="65896" r="356" b="990"/>
          <a:stretch>
            <a:fillRect/>
          </a:stretch>
        </p:blipFill>
        <p:spPr>
          <a:xfrm>
            <a:off x="5011110" y="1840987"/>
            <a:ext cx="1425822" cy="142307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3E720A0-359A-4BD7-6D48-A7DEA4078F2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" r="74268" b="48027"/>
          <a:stretch>
            <a:fillRect/>
          </a:stretch>
        </p:blipFill>
        <p:spPr>
          <a:xfrm>
            <a:off x="95618" y="3219321"/>
            <a:ext cx="1628680" cy="1704157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E27B7C4-94E9-F4E7-9ACB-D06E4837711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0085" y="4965386"/>
            <a:ext cx="5798756" cy="3113991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E682172D-4804-821B-9032-693804A487A1}"/>
              </a:ext>
            </a:extLst>
          </p:cNvPr>
          <p:cNvSpPr/>
          <p:nvPr/>
        </p:nvSpPr>
        <p:spPr>
          <a:xfrm>
            <a:off x="9575393" y="1870964"/>
            <a:ext cx="2100654" cy="3489515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64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634B715-16B4-0F8B-052B-B872B64588EE}"/>
              </a:ext>
            </a:extLst>
          </p:cNvPr>
          <p:cNvSpPr/>
          <p:nvPr/>
        </p:nvSpPr>
        <p:spPr>
          <a:xfrm>
            <a:off x="11672706" y="1870963"/>
            <a:ext cx="1563627" cy="3496772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640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2AD0FA0D-DDA1-B98E-D70E-0B1F8B41DD4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5757" t="51011" r="49397"/>
          <a:stretch>
            <a:fillRect/>
          </a:stretch>
        </p:blipFill>
        <p:spPr>
          <a:xfrm>
            <a:off x="5048794" y="3350704"/>
            <a:ext cx="1572619" cy="1606321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EAD88213-17B9-EE3C-85FF-C64F27F4AA4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51011" r="74278"/>
          <a:stretch>
            <a:fillRect/>
          </a:stretch>
        </p:blipFill>
        <p:spPr>
          <a:xfrm>
            <a:off x="1739644" y="3359065"/>
            <a:ext cx="1628059" cy="1606321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E7F703BF-8956-CD72-F7F2-9ED6EB33E97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5321" r="49834" b="48027"/>
          <a:stretch>
            <a:fillRect/>
          </a:stretch>
        </p:blipFill>
        <p:spPr>
          <a:xfrm>
            <a:off x="3421939" y="3219320"/>
            <a:ext cx="1572619" cy="1704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20696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24</Words>
  <Application>Microsoft Macintosh PowerPoint</Application>
  <PresentationFormat>Custom</PresentationFormat>
  <Paragraphs>22</Paragraphs>
  <Slides>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Tiffany Ona</dc:creator>
  <cp:lastModifiedBy>Scott Sterrett</cp:lastModifiedBy>
  <cp:revision>1</cp:revision>
  <dcterms:created xsi:type="dcterms:W3CDTF">2026-10-15T17:45:55Z</dcterms:created>
  <dcterms:modified xsi:type="dcterms:W3CDTF">2026-10-16T19:13:24Z</dcterms:modified>
</cp:coreProperties>
</file>