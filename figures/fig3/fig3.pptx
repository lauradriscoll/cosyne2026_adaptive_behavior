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272338" cy="8135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5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2766" y="90"/>
      </p:cViewPr>
      <p:guideLst>
        <p:guide orient="horz" pos="2160"/>
        <p:guide pos="35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01304-D772-4F92-A532-14E02F17E99D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51050" y="1143000"/>
            <a:ext cx="2755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62387-17C4-40CA-BB68-CE74AA26F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32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51050" y="1143000"/>
            <a:ext cx="2755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62387-17C4-40CA-BB68-CE74AA26FA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1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9565" y="2130426"/>
            <a:ext cx="9515063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29" y="3886200"/>
            <a:ext cx="783593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59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194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79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38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98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58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17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77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64" y="4406901"/>
            <a:ext cx="9515063" cy="1362075"/>
          </a:xfrm>
        </p:spPr>
        <p:txBody>
          <a:bodyPr anchor="t"/>
          <a:lstStyle>
            <a:lvl1pPr algn="l">
              <a:defRPr sz="489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64" y="2906714"/>
            <a:ext cx="9515063" cy="1500187"/>
          </a:xfrm>
        </p:spPr>
        <p:txBody>
          <a:bodyPr anchor="b"/>
          <a:lstStyle>
            <a:lvl1pPr marL="0" indent="0">
              <a:buNone/>
              <a:defRPr sz="2448">
                <a:solidFill>
                  <a:schemeClr val="tx1">
                    <a:tint val="75000"/>
                  </a:schemeClr>
                </a:solidFill>
              </a:defRPr>
            </a:lvl1pPr>
            <a:lvl2pPr marL="559704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119408" indent="0">
              <a:buNone/>
              <a:defRPr sz="1959">
                <a:solidFill>
                  <a:schemeClr val="tx1">
                    <a:tint val="75000"/>
                  </a:schemeClr>
                </a:solidFill>
              </a:defRPr>
            </a:lvl3pPr>
            <a:lvl4pPr marL="1679113" indent="0">
              <a:buNone/>
              <a:defRPr sz="1714">
                <a:solidFill>
                  <a:schemeClr val="tx1">
                    <a:tint val="75000"/>
                  </a:schemeClr>
                </a:solidFill>
              </a:defRPr>
            </a:lvl4pPr>
            <a:lvl5pPr marL="2238817" indent="0">
              <a:buNone/>
              <a:defRPr sz="1714">
                <a:solidFill>
                  <a:schemeClr val="tx1">
                    <a:tint val="75000"/>
                  </a:schemeClr>
                </a:solidFill>
              </a:defRPr>
            </a:lvl5pPr>
            <a:lvl6pPr marL="2798521" indent="0">
              <a:buNone/>
              <a:defRPr sz="1714">
                <a:solidFill>
                  <a:schemeClr val="tx1">
                    <a:tint val="75000"/>
                  </a:schemeClr>
                </a:solidFill>
              </a:defRPr>
            </a:lvl6pPr>
            <a:lvl7pPr marL="3358225" indent="0">
              <a:buNone/>
              <a:defRPr sz="1714">
                <a:solidFill>
                  <a:schemeClr val="tx1">
                    <a:tint val="75000"/>
                  </a:schemeClr>
                </a:solidFill>
              </a:defRPr>
            </a:lvl7pPr>
            <a:lvl8pPr marL="3917930" indent="0">
              <a:buNone/>
              <a:defRPr sz="1714">
                <a:solidFill>
                  <a:schemeClr val="tx1">
                    <a:tint val="75000"/>
                  </a:schemeClr>
                </a:solidFill>
              </a:defRPr>
            </a:lvl8pPr>
            <a:lvl9pPr marL="4477634" indent="0">
              <a:buNone/>
              <a:defRPr sz="171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9709" y="1600201"/>
            <a:ext cx="4944102" cy="4525963"/>
          </a:xfrm>
        </p:spPr>
        <p:txBody>
          <a:bodyPr/>
          <a:lstStyle>
            <a:lvl1pPr>
              <a:defRPr sz="3428"/>
            </a:lvl1pPr>
            <a:lvl2pPr>
              <a:defRPr sz="2938"/>
            </a:lvl2pPr>
            <a:lvl3pPr>
              <a:defRPr sz="2448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90381" y="1600201"/>
            <a:ext cx="4944102" cy="4525963"/>
          </a:xfrm>
        </p:spPr>
        <p:txBody>
          <a:bodyPr/>
          <a:lstStyle>
            <a:lvl1pPr>
              <a:defRPr sz="3428"/>
            </a:lvl1pPr>
            <a:lvl2pPr>
              <a:defRPr sz="2938"/>
            </a:lvl2pPr>
            <a:lvl3pPr>
              <a:defRPr sz="2448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9709" y="1535113"/>
            <a:ext cx="4946046" cy="639762"/>
          </a:xfrm>
        </p:spPr>
        <p:txBody>
          <a:bodyPr anchor="b"/>
          <a:lstStyle>
            <a:lvl1pPr marL="0" indent="0">
              <a:buNone/>
              <a:defRPr sz="2938" b="1"/>
            </a:lvl1pPr>
            <a:lvl2pPr marL="559704" indent="0">
              <a:buNone/>
              <a:defRPr sz="2448" b="1"/>
            </a:lvl2pPr>
            <a:lvl3pPr marL="1119408" indent="0">
              <a:buNone/>
              <a:defRPr sz="2204" b="1"/>
            </a:lvl3pPr>
            <a:lvl4pPr marL="1679113" indent="0">
              <a:buNone/>
              <a:defRPr sz="1959" b="1"/>
            </a:lvl4pPr>
            <a:lvl5pPr marL="2238817" indent="0">
              <a:buNone/>
              <a:defRPr sz="1959" b="1"/>
            </a:lvl5pPr>
            <a:lvl6pPr marL="2798521" indent="0">
              <a:buNone/>
              <a:defRPr sz="1959" b="1"/>
            </a:lvl6pPr>
            <a:lvl7pPr marL="3358225" indent="0">
              <a:buNone/>
              <a:defRPr sz="1959" b="1"/>
            </a:lvl7pPr>
            <a:lvl8pPr marL="3917930" indent="0">
              <a:buNone/>
              <a:defRPr sz="1959" b="1"/>
            </a:lvl8pPr>
            <a:lvl9pPr marL="4477634" indent="0">
              <a:buNone/>
              <a:defRPr sz="19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709" y="2174875"/>
            <a:ext cx="4946046" cy="3951288"/>
          </a:xfrm>
        </p:spPr>
        <p:txBody>
          <a:bodyPr/>
          <a:lstStyle>
            <a:lvl1pPr>
              <a:defRPr sz="2938"/>
            </a:lvl1pPr>
            <a:lvl2pPr>
              <a:defRPr sz="2448"/>
            </a:lvl2pPr>
            <a:lvl3pPr>
              <a:defRPr sz="2204"/>
            </a:lvl3pPr>
            <a:lvl4pPr>
              <a:defRPr sz="1959"/>
            </a:lvl4pPr>
            <a:lvl5pPr>
              <a:defRPr sz="1959"/>
            </a:lvl5pPr>
            <a:lvl6pPr>
              <a:defRPr sz="1959"/>
            </a:lvl6pPr>
            <a:lvl7pPr>
              <a:defRPr sz="1959"/>
            </a:lvl7pPr>
            <a:lvl8pPr>
              <a:defRPr sz="1959"/>
            </a:lvl8pPr>
            <a:lvl9pPr>
              <a:defRPr sz="195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86495" y="1535113"/>
            <a:ext cx="4947988" cy="639762"/>
          </a:xfrm>
        </p:spPr>
        <p:txBody>
          <a:bodyPr anchor="b"/>
          <a:lstStyle>
            <a:lvl1pPr marL="0" indent="0">
              <a:buNone/>
              <a:defRPr sz="2938" b="1"/>
            </a:lvl1pPr>
            <a:lvl2pPr marL="559704" indent="0">
              <a:buNone/>
              <a:defRPr sz="2448" b="1"/>
            </a:lvl2pPr>
            <a:lvl3pPr marL="1119408" indent="0">
              <a:buNone/>
              <a:defRPr sz="2204" b="1"/>
            </a:lvl3pPr>
            <a:lvl4pPr marL="1679113" indent="0">
              <a:buNone/>
              <a:defRPr sz="1959" b="1"/>
            </a:lvl4pPr>
            <a:lvl5pPr marL="2238817" indent="0">
              <a:buNone/>
              <a:defRPr sz="1959" b="1"/>
            </a:lvl5pPr>
            <a:lvl6pPr marL="2798521" indent="0">
              <a:buNone/>
              <a:defRPr sz="1959" b="1"/>
            </a:lvl6pPr>
            <a:lvl7pPr marL="3358225" indent="0">
              <a:buNone/>
              <a:defRPr sz="1959" b="1"/>
            </a:lvl7pPr>
            <a:lvl8pPr marL="3917930" indent="0">
              <a:buNone/>
              <a:defRPr sz="1959" b="1"/>
            </a:lvl8pPr>
            <a:lvl9pPr marL="4477634" indent="0">
              <a:buNone/>
              <a:defRPr sz="19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86495" y="2174875"/>
            <a:ext cx="4947988" cy="3951288"/>
          </a:xfrm>
        </p:spPr>
        <p:txBody>
          <a:bodyPr/>
          <a:lstStyle>
            <a:lvl1pPr>
              <a:defRPr sz="2938"/>
            </a:lvl1pPr>
            <a:lvl2pPr>
              <a:defRPr sz="2448"/>
            </a:lvl2pPr>
            <a:lvl3pPr>
              <a:defRPr sz="2204"/>
            </a:lvl3pPr>
            <a:lvl4pPr>
              <a:defRPr sz="1959"/>
            </a:lvl4pPr>
            <a:lvl5pPr>
              <a:defRPr sz="1959"/>
            </a:lvl5pPr>
            <a:lvl6pPr>
              <a:defRPr sz="1959"/>
            </a:lvl6pPr>
            <a:lvl7pPr>
              <a:defRPr sz="1959"/>
            </a:lvl7pPr>
            <a:lvl8pPr>
              <a:defRPr sz="1959"/>
            </a:lvl8pPr>
            <a:lvl9pPr>
              <a:defRPr sz="195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710" y="273050"/>
            <a:ext cx="3682812" cy="1162050"/>
          </a:xfrm>
        </p:spPr>
        <p:txBody>
          <a:bodyPr anchor="b"/>
          <a:lstStyle>
            <a:lvl1pPr algn="l">
              <a:defRPr sz="244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6618" y="273051"/>
            <a:ext cx="6257864" cy="5853113"/>
          </a:xfrm>
        </p:spPr>
        <p:txBody>
          <a:bodyPr/>
          <a:lstStyle>
            <a:lvl1pPr>
              <a:defRPr sz="3917"/>
            </a:lvl1pPr>
            <a:lvl2pPr>
              <a:defRPr sz="3428"/>
            </a:lvl2pPr>
            <a:lvl3pPr>
              <a:defRPr sz="2938"/>
            </a:lvl3pPr>
            <a:lvl4pPr>
              <a:defRPr sz="2448"/>
            </a:lvl4pPr>
            <a:lvl5pPr>
              <a:defRPr sz="2448"/>
            </a:lvl5pPr>
            <a:lvl6pPr>
              <a:defRPr sz="2448"/>
            </a:lvl6pPr>
            <a:lvl7pPr>
              <a:defRPr sz="2448"/>
            </a:lvl7pPr>
            <a:lvl8pPr>
              <a:defRPr sz="2448"/>
            </a:lvl8pPr>
            <a:lvl9pPr>
              <a:defRPr sz="244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9710" y="1435101"/>
            <a:ext cx="3682812" cy="4691063"/>
          </a:xfrm>
        </p:spPr>
        <p:txBody>
          <a:bodyPr/>
          <a:lstStyle>
            <a:lvl1pPr marL="0" indent="0">
              <a:buNone/>
              <a:defRPr sz="1714"/>
            </a:lvl1pPr>
            <a:lvl2pPr marL="559704" indent="0">
              <a:buNone/>
              <a:defRPr sz="1469"/>
            </a:lvl2pPr>
            <a:lvl3pPr marL="1119408" indent="0">
              <a:buNone/>
              <a:defRPr sz="1224"/>
            </a:lvl3pPr>
            <a:lvl4pPr marL="1679113" indent="0">
              <a:buNone/>
              <a:defRPr sz="1102"/>
            </a:lvl4pPr>
            <a:lvl5pPr marL="2238817" indent="0">
              <a:buNone/>
              <a:defRPr sz="1102"/>
            </a:lvl5pPr>
            <a:lvl6pPr marL="2798521" indent="0">
              <a:buNone/>
              <a:defRPr sz="1102"/>
            </a:lvl6pPr>
            <a:lvl7pPr marL="3358225" indent="0">
              <a:buNone/>
              <a:defRPr sz="1102"/>
            </a:lvl7pPr>
            <a:lvl8pPr marL="3917930" indent="0">
              <a:buNone/>
              <a:defRPr sz="1102"/>
            </a:lvl8pPr>
            <a:lvl9pPr marL="4477634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140" y="4800600"/>
            <a:ext cx="6716515" cy="566738"/>
          </a:xfrm>
        </p:spPr>
        <p:txBody>
          <a:bodyPr anchor="b"/>
          <a:lstStyle>
            <a:lvl1pPr algn="l">
              <a:defRPr sz="244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94140" y="612775"/>
            <a:ext cx="6716515" cy="4114800"/>
          </a:xfrm>
        </p:spPr>
        <p:txBody>
          <a:bodyPr/>
          <a:lstStyle>
            <a:lvl1pPr marL="0" indent="0">
              <a:buNone/>
              <a:defRPr sz="3917"/>
            </a:lvl1pPr>
            <a:lvl2pPr marL="559704" indent="0">
              <a:buNone/>
              <a:defRPr sz="3428"/>
            </a:lvl2pPr>
            <a:lvl3pPr marL="1119408" indent="0">
              <a:buNone/>
              <a:defRPr sz="2938"/>
            </a:lvl3pPr>
            <a:lvl4pPr marL="1679113" indent="0">
              <a:buNone/>
              <a:defRPr sz="2448"/>
            </a:lvl4pPr>
            <a:lvl5pPr marL="2238817" indent="0">
              <a:buNone/>
              <a:defRPr sz="2448"/>
            </a:lvl5pPr>
            <a:lvl6pPr marL="2798521" indent="0">
              <a:buNone/>
              <a:defRPr sz="2448"/>
            </a:lvl6pPr>
            <a:lvl7pPr marL="3358225" indent="0">
              <a:buNone/>
              <a:defRPr sz="2448"/>
            </a:lvl7pPr>
            <a:lvl8pPr marL="3917930" indent="0">
              <a:buNone/>
              <a:defRPr sz="2448"/>
            </a:lvl8pPr>
            <a:lvl9pPr marL="4477634" indent="0">
              <a:buNone/>
              <a:defRPr sz="244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140" y="5367338"/>
            <a:ext cx="6716515" cy="804862"/>
          </a:xfrm>
        </p:spPr>
        <p:txBody>
          <a:bodyPr/>
          <a:lstStyle>
            <a:lvl1pPr marL="0" indent="0">
              <a:buNone/>
              <a:defRPr sz="1714"/>
            </a:lvl1pPr>
            <a:lvl2pPr marL="559704" indent="0">
              <a:buNone/>
              <a:defRPr sz="1469"/>
            </a:lvl2pPr>
            <a:lvl3pPr marL="1119408" indent="0">
              <a:buNone/>
              <a:defRPr sz="1224"/>
            </a:lvl3pPr>
            <a:lvl4pPr marL="1679113" indent="0">
              <a:buNone/>
              <a:defRPr sz="1102"/>
            </a:lvl4pPr>
            <a:lvl5pPr marL="2238817" indent="0">
              <a:buNone/>
              <a:defRPr sz="1102"/>
            </a:lvl5pPr>
            <a:lvl6pPr marL="2798521" indent="0">
              <a:buNone/>
              <a:defRPr sz="1102"/>
            </a:lvl6pPr>
            <a:lvl7pPr marL="3358225" indent="0">
              <a:buNone/>
              <a:defRPr sz="1102"/>
            </a:lvl7pPr>
            <a:lvl8pPr marL="3917930" indent="0">
              <a:buNone/>
              <a:defRPr sz="1102"/>
            </a:lvl8pPr>
            <a:lvl9pPr marL="4477634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15789" y="274639"/>
            <a:ext cx="2518693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9710" y="274639"/>
            <a:ext cx="73695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9710" y="274638"/>
            <a:ext cx="100747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9710" y="1600201"/>
            <a:ext cx="1007477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710" y="6356351"/>
            <a:ext cx="2611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682" y="6356351"/>
            <a:ext cx="35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22504" y="6356351"/>
            <a:ext cx="2611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59704" rtl="0" eaLnBrk="1" latinLnBrk="0" hangingPunct="1">
        <a:spcBef>
          <a:spcPct val="0"/>
        </a:spcBef>
        <a:buNone/>
        <a:defRPr sz="5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9778" indent="-419778" algn="l" defTabSz="559704" rtl="0" eaLnBrk="1" latinLnBrk="0" hangingPunct="1">
        <a:spcBef>
          <a:spcPct val="20000"/>
        </a:spcBef>
        <a:buFont typeface="Arial"/>
        <a:buChar char="•"/>
        <a:defRPr sz="3917" kern="1200">
          <a:solidFill>
            <a:schemeClr val="tx1"/>
          </a:solidFill>
          <a:latin typeface="+mn-lt"/>
          <a:ea typeface="+mn-ea"/>
          <a:cs typeface="+mn-cs"/>
        </a:defRPr>
      </a:lvl1pPr>
      <a:lvl2pPr marL="909519" indent="-349815" algn="l" defTabSz="559704" rtl="0" eaLnBrk="1" latinLnBrk="0" hangingPunct="1">
        <a:spcBef>
          <a:spcPct val="20000"/>
        </a:spcBef>
        <a:buFont typeface="Arial"/>
        <a:buChar char="–"/>
        <a:defRPr sz="3428" kern="1200">
          <a:solidFill>
            <a:schemeClr val="tx1"/>
          </a:solidFill>
          <a:latin typeface="+mn-lt"/>
          <a:ea typeface="+mn-ea"/>
          <a:cs typeface="+mn-cs"/>
        </a:defRPr>
      </a:lvl2pPr>
      <a:lvl3pPr marL="1399261" indent="-279852" algn="l" defTabSz="559704" rtl="0" eaLnBrk="1" latinLnBrk="0" hangingPunct="1">
        <a:spcBef>
          <a:spcPct val="20000"/>
        </a:spcBef>
        <a:buFont typeface="Arial"/>
        <a:buChar char="•"/>
        <a:defRPr sz="2938" kern="1200">
          <a:solidFill>
            <a:schemeClr val="tx1"/>
          </a:solidFill>
          <a:latin typeface="+mn-lt"/>
          <a:ea typeface="+mn-ea"/>
          <a:cs typeface="+mn-cs"/>
        </a:defRPr>
      </a:lvl3pPr>
      <a:lvl4pPr marL="1958965" indent="-279852" algn="l" defTabSz="559704" rtl="0" eaLnBrk="1" latinLnBrk="0" hangingPunct="1">
        <a:spcBef>
          <a:spcPct val="20000"/>
        </a:spcBef>
        <a:buFont typeface="Arial"/>
        <a:buChar char="–"/>
        <a:defRPr sz="2448" kern="1200">
          <a:solidFill>
            <a:schemeClr val="tx1"/>
          </a:solidFill>
          <a:latin typeface="+mn-lt"/>
          <a:ea typeface="+mn-ea"/>
          <a:cs typeface="+mn-cs"/>
        </a:defRPr>
      </a:lvl4pPr>
      <a:lvl5pPr marL="2518669" indent="-279852" algn="l" defTabSz="559704" rtl="0" eaLnBrk="1" latinLnBrk="0" hangingPunct="1">
        <a:spcBef>
          <a:spcPct val="20000"/>
        </a:spcBef>
        <a:buFont typeface="Arial"/>
        <a:buChar char="»"/>
        <a:defRPr sz="2448" kern="1200">
          <a:solidFill>
            <a:schemeClr val="tx1"/>
          </a:solidFill>
          <a:latin typeface="+mn-lt"/>
          <a:ea typeface="+mn-ea"/>
          <a:cs typeface="+mn-cs"/>
        </a:defRPr>
      </a:lvl5pPr>
      <a:lvl6pPr marL="3078373" indent="-279852" algn="l" defTabSz="559704" rtl="0" eaLnBrk="1" latinLnBrk="0" hangingPunct="1">
        <a:spcBef>
          <a:spcPct val="20000"/>
        </a:spcBef>
        <a:buFont typeface="Arial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6pPr>
      <a:lvl7pPr marL="3638078" indent="-279852" algn="l" defTabSz="559704" rtl="0" eaLnBrk="1" latinLnBrk="0" hangingPunct="1">
        <a:spcBef>
          <a:spcPct val="20000"/>
        </a:spcBef>
        <a:buFont typeface="Arial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7pPr>
      <a:lvl8pPr marL="4197782" indent="-279852" algn="l" defTabSz="559704" rtl="0" eaLnBrk="1" latinLnBrk="0" hangingPunct="1">
        <a:spcBef>
          <a:spcPct val="20000"/>
        </a:spcBef>
        <a:buFont typeface="Arial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8pPr>
      <a:lvl9pPr marL="4757486" indent="-279852" algn="l" defTabSz="559704" rtl="0" eaLnBrk="1" latinLnBrk="0" hangingPunct="1">
        <a:spcBef>
          <a:spcPct val="20000"/>
        </a:spcBef>
        <a:buFont typeface="Arial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9704" rtl="0" eaLnBrk="1" latinLnBrk="0" hangingPunct="1"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59704" algn="l" defTabSz="559704" rtl="0" eaLnBrk="1" latinLnBrk="0" hangingPunct="1">
        <a:defRPr sz="2204" kern="1200">
          <a:solidFill>
            <a:schemeClr val="tx1"/>
          </a:solidFill>
          <a:latin typeface="+mn-lt"/>
          <a:ea typeface="+mn-ea"/>
          <a:cs typeface="+mn-cs"/>
        </a:defRPr>
      </a:lvl2pPr>
      <a:lvl3pPr marL="1119408" algn="l" defTabSz="559704" rtl="0" eaLnBrk="1" latinLnBrk="0" hangingPunct="1">
        <a:defRPr sz="2204" kern="1200">
          <a:solidFill>
            <a:schemeClr val="tx1"/>
          </a:solidFill>
          <a:latin typeface="+mn-lt"/>
          <a:ea typeface="+mn-ea"/>
          <a:cs typeface="+mn-cs"/>
        </a:defRPr>
      </a:lvl3pPr>
      <a:lvl4pPr marL="1679113" algn="l" defTabSz="559704" rtl="0" eaLnBrk="1" latinLnBrk="0" hangingPunct="1">
        <a:defRPr sz="2204" kern="1200">
          <a:solidFill>
            <a:schemeClr val="tx1"/>
          </a:solidFill>
          <a:latin typeface="+mn-lt"/>
          <a:ea typeface="+mn-ea"/>
          <a:cs typeface="+mn-cs"/>
        </a:defRPr>
      </a:lvl4pPr>
      <a:lvl5pPr marL="2238817" algn="l" defTabSz="559704" rtl="0" eaLnBrk="1" latinLnBrk="0" hangingPunct="1">
        <a:defRPr sz="2204" kern="1200">
          <a:solidFill>
            <a:schemeClr val="tx1"/>
          </a:solidFill>
          <a:latin typeface="+mn-lt"/>
          <a:ea typeface="+mn-ea"/>
          <a:cs typeface="+mn-cs"/>
        </a:defRPr>
      </a:lvl5pPr>
      <a:lvl6pPr marL="2798521" algn="l" defTabSz="559704" rtl="0" eaLnBrk="1" latinLnBrk="0" hangingPunct="1">
        <a:defRPr sz="2204" kern="1200">
          <a:solidFill>
            <a:schemeClr val="tx1"/>
          </a:solidFill>
          <a:latin typeface="+mn-lt"/>
          <a:ea typeface="+mn-ea"/>
          <a:cs typeface="+mn-cs"/>
        </a:defRPr>
      </a:lvl6pPr>
      <a:lvl7pPr marL="3358225" algn="l" defTabSz="559704" rtl="0" eaLnBrk="1" latinLnBrk="0" hangingPunct="1">
        <a:defRPr sz="2204" kern="1200">
          <a:solidFill>
            <a:schemeClr val="tx1"/>
          </a:solidFill>
          <a:latin typeface="+mn-lt"/>
          <a:ea typeface="+mn-ea"/>
          <a:cs typeface="+mn-cs"/>
        </a:defRPr>
      </a:lvl7pPr>
      <a:lvl8pPr marL="3917930" algn="l" defTabSz="559704" rtl="0" eaLnBrk="1" latinLnBrk="0" hangingPunct="1">
        <a:defRPr sz="2204" kern="1200">
          <a:solidFill>
            <a:schemeClr val="tx1"/>
          </a:solidFill>
          <a:latin typeface="+mn-lt"/>
          <a:ea typeface="+mn-ea"/>
          <a:cs typeface="+mn-cs"/>
        </a:defRPr>
      </a:lvl8pPr>
      <a:lvl9pPr marL="4477634" algn="l" defTabSz="559704" rtl="0" eaLnBrk="1" latinLnBrk="0" hangingPunct="1">
        <a:defRPr sz="22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3_A"/>
          <p:cNvSpPr/>
          <p:nvPr/>
        </p:nvSpPr>
        <p:spPr>
          <a:xfrm>
            <a:off x="139848" y="-912086"/>
            <a:ext cx="6992636" cy="3081695"/>
          </a:xfrm>
          <a:prstGeom prst="rect">
            <a:avLst/>
          </a:prstGeom>
          <a:solidFill>
            <a:srgbClr val="D0E8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24" b="1" dirty="0">
                <a:solidFill>
                  <a:srgbClr val="333333"/>
                </a:solidFill>
              </a:rPr>
              <a:t>A
52×52 mm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</Words>
  <Application>Microsoft Office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Tiffany Ona</cp:lastModifiedBy>
  <cp:revision>35</cp:revision>
  <dcterms:created xsi:type="dcterms:W3CDTF">2013-01-27T09:14:16Z</dcterms:created>
  <dcterms:modified xsi:type="dcterms:W3CDTF">2026-10-18T06:52:43Z</dcterms:modified>
  <cp:category/>
</cp:coreProperties>
</file>