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5940425" cy="8135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9" d="100"/>
          <a:sy n="89" d="100"/>
        </p:scale>
        <p:origin x="3162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601304-D772-4F92-A532-14E02F17E99D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01875" y="1143000"/>
            <a:ext cx="22542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762387-17C4-40CA-BB68-CE74AA26FA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832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762387-17C4-40CA-BB68-CE74AA26FA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3193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ig3_A"/>
          <p:cNvSpPr/>
          <p:nvPr/>
        </p:nvSpPr>
        <p:spPr>
          <a:xfrm>
            <a:off x="-1" y="0"/>
            <a:ext cx="5940425" cy="2517289"/>
          </a:xfrm>
          <a:prstGeom prst="rect">
            <a:avLst/>
          </a:prstGeom>
          <a:solidFill>
            <a:srgbClr val="D0E8F5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A
52×52 mm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5</Words>
  <Application>Microsoft Office PowerPoint</Application>
  <PresentationFormat>Custom</PresentationFormat>
  <Paragraphs>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Tiffany Ona</cp:lastModifiedBy>
  <cp:revision>32</cp:revision>
  <dcterms:created xsi:type="dcterms:W3CDTF">2013-01-27T09:14:16Z</dcterms:created>
  <dcterms:modified xsi:type="dcterms:W3CDTF">2026-10-18T05:38:42Z</dcterms:modified>
  <cp:category/>
</cp:coreProperties>
</file>