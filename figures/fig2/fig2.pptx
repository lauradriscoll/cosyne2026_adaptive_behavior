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2022" y="-173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1916711" y="1278329"/>
            <a:ext cx="1183246" cy="1186647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3155889" y="1293351"/>
            <a:ext cx="608800" cy="11806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0" y="2500102"/>
            <a:ext cx="978408" cy="121669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997778" y="2506111"/>
            <a:ext cx="978408" cy="120467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1996820" y="2515124"/>
            <a:ext cx="1013677" cy="1186647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3031131" y="2520868"/>
            <a:ext cx="897732" cy="118090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0" y="3741201"/>
            <a:ext cx="1189420" cy="121669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N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0" y="5000204"/>
            <a:ext cx="1189421" cy="117434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1221088" y="3741201"/>
            <a:ext cx="1322883" cy="121669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2563722" y="3753220"/>
            <a:ext cx="1365141" cy="120467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O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1224008" y="5006596"/>
            <a:ext cx="1318473" cy="117837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P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2577068" y="5006596"/>
            <a:ext cx="1378462" cy="116794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1275438" y="1275326"/>
            <a:ext cx="585341" cy="119866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0" y="1269316"/>
            <a:ext cx="1217787" cy="120467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256889" y="24036"/>
            <a:ext cx="2507800" cy="1192657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217787" cy="1216693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64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6</cp:revision>
  <dcterms:created xsi:type="dcterms:W3CDTF">2013-01-27T09:14:16Z</dcterms:created>
  <dcterms:modified xsi:type="dcterms:W3CDTF">2026-10-16T22:27:53Z</dcterms:modified>
  <cp:category/>
</cp:coreProperties>
</file>