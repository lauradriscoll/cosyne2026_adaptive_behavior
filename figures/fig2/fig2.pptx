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243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4130" y="2104914"/>
            <a:ext cx="5869172" cy="188727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3"/>
            <a:ext cx="5869172" cy="213861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75073"/>
            <a:ext cx="1559896" cy="102633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75072"/>
            <a:ext cx="1116000" cy="102984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69643"/>
            <a:ext cx="1559896" cy="103527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19147" y="1071985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-1600" y="2161146"/>
            <a:ext cx="1116000" cy="108076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7031" y="2166227"/>
            <a:ext cx="1548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0" y="3168915"/>
            <a:ext cx="1116000" cy="82327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7662" y="2166227"/>
            <a:ext cx="576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3646" y="2171489"/>
            <a:ext cx="1116000" cy="99742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166227"/>
            <a:ext cx="1116000" cy="10026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-3200" y="3183037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040911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040911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15209" y="3175976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8478" y="3167899"/>
            <a:ext cx="1116000" cy="8242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31</cp:revision>
  <dcterms:created xsi:type="dcterms:W3CDTF">2013-01-27T09:14:16Z</dcterms:created>
  <dcterms:modified xsi:type="dcterms:W3CDTF">2026-10-18T01:46:17Z</dcterms:modified>
  <cp:category/>
</cp:coreProperties>
</file>