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2493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2970212" y="1408061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4455318" y="1408060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-1" y="2894846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1485105" y="2898388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2970212" y="2898388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4455317" y="2896616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-2" y="4378088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N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-15951" y="5893981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1468222" y="4388717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2970212" y="4401121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O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1468222" y="5893980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P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2970212" y="5903854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1485106" y="1408059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0" y="1408060"/>
            <a:ext cx="1398181" cy="1398935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2970212" y="0"/>
            <a:ext cx="2856430" cy="1323753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2883287" cy="1323753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>
                <a:solidFill>
                  <a:srgbClr val="333333"/>
                </a:solidFill>
              </a:rPr>
              <a:t>A
52×52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64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</cp:revision>
  <dcterms:created xsi:type="dcterms:W3CDTF">2013-01-27T09:14:16Z</dcterms:created>
  <dcterms:modified xsi:type="dcterms:W3CDTF">2026-10-16T18:35:08Z</dcterms:modified>
  <cp:category/>
</cp:coreProperties>
</file>