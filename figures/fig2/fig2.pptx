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5940425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2490" y="6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ig2_E">
            <a:extLst>
              <a:ext uri="{FF2B5EF4-FFF2-40B4-BE49-F238E27FC236}">
                <a16:creationId xmlns:a16="http://schemas.microsoft.com/office/drawing/2014/main" id="{CA95EF0E-DF3A-1A8B-009B-6C4C8C120264}"/>
              </a:ext>
            </a:extLst>
          </p:cNvPr>
          <p:cNvSpPr/>
          <p:nvPr/>
        </p:nvSpPr>
        <p:spPr>
          <a:xfrm>
            <a:off x="1460674" y="986057"/>
            <a:ext cx="898526" cy="901109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E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8" name="fig2_F">
            <a:extLst>
              <a:ext uri="{FF2B5EF4-FFF2-40B4-BE49-F238E27FC236}">
                <a16:creationId xmlns:a16="http://schemas.microsoft.com/office/drawing/2014/main" id="{4A3AC555-CC08-7C9F-5508-2473A4703C7C}"/>
              </a:ext>
            </a:extLst>
          </p:cNvPr>
          <p:cNvSpPr/>
          <p:nvPr/>
        </p:nvSpPr>
        <p:spPr>
          <a:xfrm>
            <a:off x="2412854" y="988337"/>
            <a:ext cx="462307" cy="896547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F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0" name="fig2_G">
            <a:extLst>
              <a:ext uri="{FF2B5EF4-FFF2-40B4-BE49-F238E27FC236}">
                <a16:creationId xmlns:a16="http://schemas.microsoft.com/office/drawing/2014/main" id="{0CA36138-F1FC-0BC1-8EEB-DBBEE0088383}"/>
              </a:ext>
            </a:extLst>
          </p:cNvPr>
          <p:cNvSpPr/>
          <p:nvPr/>
        </p:nvSpPr>
        <p:spPr>
          <a:xfrm>
            <a:off x="30453" y="1922590"/>
            <a:ext cx="742978" cy="923926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G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2" name="fig2_H">
            <a:extLst>
              <a:ext uri="{FF2B5EF4-FFF2-40B4-BE49-F238E27FC236}">
                <a16:creationId xmlns:a16="http://schemas.microsoft.com/office/drawing/2014/main" id="{112CC553-7965-2DB1-9C5A-02B00F3F9A86}"/>
              </a:ext>
            </a:extLst>
          </p:cNvPr>
          <p:cNvSpPr/>
          <p:nvPr/>
        </p:nvSpPr>
        <p:spPr>
          <a:xfrm>
            <a:off x="816516" y="1927153"/>
            <a:ext cx="742978" cy="914799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H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4" name="fig2_I">
            <a:extLst>
              <a:ext uri="{FF2B5EF4-FFF2-40B4-BE49-F238E27FC236}">
                <a16:creationId xmlns:a16="http://schemas.microsoft.com/office/drawing/2014/main" id="{33FA2E5E-893D-E5AB-7CD8-9A095BA4F5B9}"/>
              </a:ext>
            </a:extLst>
          </p:cNvPr>
          <p:cNvSpPr/>
          <p:nvPr/>
        </p:nvSpPr>
        <p:spPr>
          <a:xfrm>
            <a:off x="1589440" y="1939085"/>
            <a:ext cx="769760" cy="901109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I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6" name="fig2_J">
            <a:extLst>
              <a:ext uri="{FF2B5EF4-FFF2-40B4-BE49-F238E27FC236}">
                <a16:creationId xmlns:a16="http://schemas.microsoft.com/office/drawing/2014/main" id="{91F3CB8E-0647-5B0A-623B-BAA61F0E536E}"/>
              </a:ext>
            </a:extLst>
          </p:cNvPr>
          <p:cNvSpPr/>
          <p:nvPr/>
        </p:nvSpPr>
        <p:spPr>
          <a:xfrm>
            <a:off x="2389147" y="1945205"/>
            <a:ext cx="681714" cy="896747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J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8" name="fig2_K">
            <a:extLst>
              <a:ext uri="{FF2B5EF4-FFF2-40B4-BE49-F238E27FC236}">
                <a16:creationId xmlns:a16="http://schemas.microsoft.com/office/drawing/2014/main" id="{D7826737-5DF9-A565-B6D9-D613D4EDECCE}"/>
              </a:ext>
            </a:extLst>
          </p:cNvPr>
          <p:cNvSpPr/>
          <p:nvPr/>
        </p:nvSpPr>
        <p:spPr>
          <a:xfrm>
            <a:off x="41498" y="2881939"/>
            <a:ext cx="903215" cy="923926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K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0" name="fig2_N">
            <a:extLst>
              <a:ext uri="{FF2B5EF4-FFF2-40B4-BE49-F238E27FC236}">
                <a16:creationId xmlns:a16="http://schemas.microsoft.com/office/drawing/2014/main" id="{4B9BEAF1-E32B-18AC-71C5-7973920C7D76}"/>
              </a:ext>
            </a:extLst>
          </p:cNvPr>
          <p:cNvSpPr/>
          <p:nvPr/>
        </p:nvSpPr>
        <p:spPr>
          <a:xfrm>
            <a:off x="41498" y="3845852"/>
            <a:ext cx="903215" cy="891764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N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2" name="fig2_L">
            <a:extLst>
              <a:ext uri="{FF2B5EF4-FFF2-40B4-BE49-F238E27FC236}">
                <a16:creationId xmlns:a16="http://schemas.microsoft.com/office/drawing/2014/main" id="{4697FDE0-95F9-683B-0261-CD3656EB6C5F}"/>
              </a:ext>
            </a:extLst>
          </p:cNvPr>
          <p:cNvSpPr/>
          <p:nvPr/>
        </p:nvSpPr>
        <p:spPr>
          <a:xfrm>
            <a:off x="980447" y="2889764"/>
            <a:ext cx="1004563" cy="923926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L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4" name="fig2_M">
            <a:extLst>
              <a:ext uri="{FF2B5EF4-FFF2-40B4-BE49-F238E27FC236}">
                <a16:creationId xmlns:a16="http://schemas.microsoft.com/office/drawing/2014/main" id="{2DC4DE53-0BDF-CD07-C7F9-5FA97F0CDF3D}"/>
              </a:ext>
            </a:extLst>
          </p:cNvPr>
          <p:cNvSpPr/>
          <p:nvPr/>
        </p:nvSpPr>
        <p:spPr>
          <a:xfrm>
            <a:off x="2037415" y="2891065"/>
            <a:ext cx="1031770" cy="90567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M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6" name="fig2_O">
            <a:extLst>
              <a:ext uri="{FF2B5EF4-FFF2-40B4-BE49-F238E27FC236}">
                <a16:creationId xmlns:a16="http://schemas.microsoft.com/office/drawing/2014/main" id="{0F09EC13-CEF1-2761-6318-FDF663E79161}"/>
              </a:ext>
            </a:extLst>
          </p:cNvPr>
          <p:cNvSpPr/>
          <p:nvPr/>
        </p:nvSpPr>
        <p:spPr>
          <a:xfrm>
            <a:off x="983796" y="3842792"/>
            <a:ext cx="1001214" cy="894824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O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8" name="fig2_P">
            <a:extLst>
              <a:ext uri="{FF2B5EF4-FFF2-40B4-BE49-F238E27FC236}">
                <a16:creationId xmlns:a16="http://schemas.microsoft.com/office/drawing/2014/main" id="{E73FA2B4-191E-3521-7B6F-6569D721D403}"/>
              </a:ext>
            </a:extLst>
          </p:cNvPr>
          <p:cNvSpPr/>
          <p:nvPr/>
        </p:nvSpPr>
        <p:spPr>
          <a:xfrm>
            <a:off x="2024093" y="3857396"/>
            <a:ext cx="1046768" cy="865615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P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4" name="fig2_D">
            <a:extLst>
              <a:ext uri="{FF2B5EF4-FFF2-40B4-BE49-F238E27FC236}">
                <a16:creationId xmlns:a16="http://schemas.microsoft.com/office/drawing/2014/main" id="{79992732-9DF7-35AE-2F1C-B7DDCF062859}"/>
              </a:ext>
            </a:extLst>
          </p:cNvPr>
          <p:cNvSpPr/>
          <p:nvPr/>
        </p:nvSpPr>
        <p:spPr>
          <a:xfrm>
            <a:off x="980447" y="974649"/>
            <a:ext cx="444493" cy="910235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D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2" name="fig2_C">
            <a:extLst>
              <a:ext uri="{FF2B5EF4-FFF2-40B4-BE49-F238E27FC236}">
                <a16:creationId xmlns:a16="http://schemas.microsoft.com/office/drawing/2014/main" id="{CAA566B7-B833-6B71-2A3B-8EA11E44DBF6}"/>
              </a:ext>
            </a:extLst>
          </p:cNvPr>
          <p:cNvSpPr/>
          <p:nvPr/>
        </p:nvSpPr>
        <p:spPr>
          <a:xfrm>
            <a:off x="19957" y="970085"/>
            <a:ext cx="924756" cy="914799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C
51×52 mm</a:t>
            </a:r>
          </a:p>
        </p:txBody>
      </p:sp>
      <p:sp>
        <p:nvSpPr>
          <p:cNvPr id="3" name="fig2_B"/>
          <p:cNvSpPr/>
          <p:nvPr/>
        </p:nvSpPr>
        <p:spPr>
          <a:xfrm>
            <a:off x="980447" y="9125"/>
            <a:ext cx="1904359" cy="905673"/>
          </a:xfrm>
          <a:prstGeom prst="rect">
            <a:avLst/>
          </a:prstGeom>
          <a:solidFill>
            <a:srgbClr val="D0F0E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B
52×52 mm</a:t>
            </a:r>
          </a:p>
        </p:txBody>
      </p:sp>
      <p:sp>
        <p:nvSpPr>
          <p:cNvPr id="2" name="fig2_A"/>
          <p:cNvSpPr/>
          <p:nvPr/>
        </p:nvSpPr>
        <p:spPr>
          <a:xfrm>
            <a:off x="1" y="0"/>
            <a:ext cx="924756" cy="923925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>
                <a:solidFill>
                  <a:srgbClr val="333333"/>
                </a:solidFill>
              </a:rPr>
              <a:t>A
52×52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64</Words>
  <Application>Microsoft Office PowerPoint</Application>
  <PresentationFormat>Custom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5</cp:revision>
  <dcterms:created xsi:type="dcterms:W3CDTF">2013-01-27T09:14:16Z</dcterms:created>
  <dcterms:modified xsi:type="dcterms:W3CDTF">2026-10-16T21:55:34Z</dcterms:modified>
  <cp:category/>
</cp:coreProperties>
</file>