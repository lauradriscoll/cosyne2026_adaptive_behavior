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1162" y="-12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4130" y="2182767"/>
            <a:ext cx="5869172" cy="208329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3"/>
            <a:ext cx="5869172" cy="22199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03292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7251" y="1075073"/>
            <a:ext cx="1559896" cy="102633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075072"/>
            <a:ext cx="1116000" cy="102984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069643"/>
            <a:ext cx="1559896" cy="103527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19147" y="1071985"/>
            <a:ext cx="1116000" cy="1032929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-1600" y="2239000"/>
            <a:ext cx="1116000" cy="108076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7031" y="2244081"/>
            <a:ext cx="1548000" cy="99432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0" y="3246769"/>
            <a:ext cx="1116000" cy="823274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7662" y="2244081"/>
            <a:ext cx="576000" cy="994321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3646" y="2249343"/>
            <a:ext cx="1116000" cy="99742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244081"/>
            <a:ext cx="1116000" cy="100269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-3200" y="3260891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03778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03778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176735" y="0"/>
            <a:ext cx="1559896" cy="1040911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116000" cy="1040911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15209" y="3253830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628478" y="3245753"/>
            <a:ext cx="1116000" cy="82429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29</cp:revision>
  <dcterms:created xsi:type="dcterms:W3CDTF">2013-01-27T09:14:16Z</dcterms:created>
  <dcterms:modified xsi:type="dcterms:W3CDTF">2026-10-18T01:21:05Z</dcterms:modified>
  <cp:category/>
</cp:coreProperties>
</file>