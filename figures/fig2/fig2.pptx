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488" y="-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-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17736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174626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348891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620631" y="2348891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52730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348891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348891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348891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527304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620631" y="0"/>
            <a:ext cx="1116000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548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1" y="3527304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597998" y="352730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17</cp:revision>
  <dcterms:created xsi:type="dcterms:W3CDTF">2013-01-27T09:14:16Z</dcterms:created>
  <dcterms:modified xsi:type="dcterms:W3CDTF">2026-10-17T06:48:43Z</dcterms:modified>
  <cp:category/>
</cp:coreProperties>
</file>