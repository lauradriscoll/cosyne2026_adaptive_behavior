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41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580148" y="43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122357" y="117713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94221" y="117713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34083" y="117678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580148" y="117405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122358" y="2311739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694221" y="2311739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94221" y="345967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34084" y="2311739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30083" y="2311739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580148" y="2311739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122358" y="3459672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33893" y="43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34084" y="39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694221" y="36000"/>
            <a:ext cx="1116000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122358" y="36000"/>
            <a:ext cx="1548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34083" y="3459672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580148" y="345967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16</cp:revision>
  <dcterms:created xsi:type="dcterms:W3CDTF">2013-01-27T09:14:16Z</dcterms:created>
  <dcterms:modified xsi:type="dcterms:W3CDTF">2026-10-17T05:11:49Z</dcterms:modified>
  <cp:category/>
</cp:coreProperties>
</file>