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243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4130" y="2182768"/>
            <a:ext cx="5869172" cy="188727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3"/>
            <a:ext cx="5869172" cy="22199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02633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2"/>
            <a:ext cx="1116000" cy="102984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03527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-1600" y="2239000"/>
            <a:ext cx="1116000" cy="108076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7031" y="2244081"/>
            <a:ext cx="1548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0" y="3246769"/>
            <a:ext cx="1116000" cy="82327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7662" y="2244081"/>
            <a:ext cx="576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3646" y="2249343"/>
            <a:ext cx="1116000" cy="99742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244081"/>
            <a:ext cx="1116000" cy="10026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-3200" y="3260891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040911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040911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15209" y="3253830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8478" y="3245753"/>
            <a:ext cx="1116000" cy="8242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30</cp:revision>
  <dcterms:created xsi:type="dcterms:W3CDTF">2013-01-27T09:14:16Z</dcterms:created>
  <dcterms:modified xsi:type="dcterms:W3CDTF">2026-10-18T01:39:29Z</dcterms:modified>
  <cp:category/>
</cp:coreProperties>
</file>