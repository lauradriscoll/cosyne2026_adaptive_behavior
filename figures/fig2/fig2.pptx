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940425" cy="8135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830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01304-D772-4F92-A532-14E02F17E99D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1875" y="1143000"/>
            <a:ext cx="225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62387-17C4-40CA-BB68-CE74AA26F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3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62387-17C4-40CA-BB68-CE74AA26FA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1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ig2_E">
            <a:extLst>
              <a:ext uri="{FF2B5EF4-FFF2-40B4-BE49-F238E27FC236}">
                <a16:creationId xmlns:a16="http://schemas.microsoft.com/office/drawing/2014/main" id="{CA95EF0E-DF3A-1A8B-009B-6C4C8C120264}"/>
              </a:ext>
            </a:extLst>
          </p:cNvPr>
          <p:cNvSpPr/>
          <p:nvPr/>
        </p:nvSpPr>
        <p:spPr>
          <a:xfrm>
            <a:off x="4580148" y="43982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E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18" name="fig2_F">
            <a:extLst>
              <a:ext uri="{FF2B5EF4-FFF2-40B4-BE49-F238E27FC236}">
                <a16:creationId xmlns:a16="http://schemas.microsoft.com/office/drawing/2014/main" id="{4A3AC555-CC08-7C9F-5508-2473A4703C7C}"/>
              </a:ext>
            </a:extLst>
          </p:cNvPr>
          <p:cNvSpPr/>
          <p:nvPr/>
        </p:nvSpPr>
        <p:spPr>
          <a:xfrm>
            <a:off x="122357" y="1177138"/>
            <a:ext cx="1544822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F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20" name="fig2_G">
            <a:extLst>
              <a:ext uri="{FF2B5EF4-FFF2-40B4-BE49-F238E27FC236}">
                <a16:creationId xmlns:a16="http://schemas.microsoft.com/office/drawing/2014/main" id="{0CA36138-F1FC-0BC1-8EEB-DBBEE0088383}"/>
              </a:ext>
            </a:extLst>
          </p:cNvPr>
          <p:cNvSpPr/>
          <p:nvPr/>
        </p:nvSpPr>
        <p:spPr>
          <a:xfrm>
            <a:off x="1694221" y="1177138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G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22" name="fig2_H">
            <a:extLst>
              <a:ext uri="{FF2B5EF4-FFF2-40B4-BE49-F238E27FC236}">
                <a16:creationId xmlns:a16="http://schemas.microsoft.com/office/drawing/2014/main" id="{112CC553-7965-2DB1-9C5A-02B00F3F9A86}"/>
              </a:ext>
            </a:extLst>
          </p:cNvPr>
          <p:cNvSpPr/>
          <p:nvPr/>
        </p:nvSpPr>
        <p:spPr>
          <a:xfrm>
            <a:off x="2834084" y="1176788"/>
            <a:ext cx="1548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H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24" name="fig2_I">
            <a:extLst>
              <a:ext uri="{FF2B5EF4-FFF2-40B4-BE49-F238E27FC236}">
                <a16:creationId xmlns:a16="http://schemas.microsoft.com/office/drawing/2014/main" id="{33FA2E5E-893D-E5AB-7CD8-9A095BA4F5B9}"/>
              </a:ext>
            </a:extLst>
          </p:cNvPr>
          <p:cNvSpPr/>
          <p:nvPr/>
        </p:nvSpPr>
        <p:spPr>
          <a:xfrm>
            <a:off x="4580148" y="1174050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I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26" name="fig2_J">
            <a:extLst>
              <a:ext uri="{FF2B5EF4-FFF2-40B4-BE49-F238E27FC236}">
                <a16:creationId xmlns:a16="http://schemas.microsoft.com/office/drawing/2014/main" id="{91F3CB8E-0647-5B0A-623B-BAA61F0E536E}"/>
              </a:ext>
            </a:extLst>
          </p:cNvPr>
          <p:cNvSpPr/>
          <p:nvPr/>
        </p:nvSpPr>
        <p:spPr>
          <a:xfrm>
            <a:off x="122358" y="2311739"/>
            <a:ext cx="1548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J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28" name="fig2_K">
            <a:extLst>
              <a:ext uri="{FF2B5EF4-FFF2-40B4-BE49-F238E27FC236}">
                <a16:creationId xmlns:a16="http://schemas.microsoft.com/office/drawing/2014/main" id="{D7826737-5DF9-A565-B6D9-D613D4EDECCE}"/>
              </a:ext>
            </a:extLst>
          </p:cNvPr>
          <p:cNvSpPr/>
          <p:nvPr/>
        </p:nvSpPr>
        <p:spPr>
          <a:xfrm>
            <a:off x="1694221" y="2311739"/>
            <a:ext cx="1116000" cy="1116193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K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30" name="fig2_P">
            <a:extLst>
              <a:ext uri="{FF2B5EF4-FFF2-40B4-BE49-F238E27FC236}">
                <a16:creationId xmlns:a16="http://schemas.microsoft.com/office/drawing/2014/main" id="{4B9BEAF1-E32B-18AC-71C5-7973920C7D76}"/>
              </a:ext>
            </a:extLst>
          </p:cNvPr>
          <p:cNvSpPr/>
          <p:nvPr/>
        </p:nvSpPr>
        <p:spPr>
          <a:xfrm>
            <a:off x="1694221" y="3459672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P
</a:t>
            </a:r>
            <a:r>
              <a:rPr sz="1000" b="1" dirty="0">
                <a:solidFill>
                  <a:srgbClr val="333333"/>
                </a:solidFill>
              </a:rPr>
              <a:t>51×52 mm</a:t>
            </a:r>
          </a:p>
        </p:txBody>
      </p:sp>
      <p:sp>
        <p:nvSpPr>
          <p:cNvPr id="32" name="fig2_L">
            <a:extLst>
              <a:ext uri="{FF2B5EF4-FFF2-40B4-BE49-F238E27FC236}">
                <a16:creationId xmlns:a16="http://schemas.microsoft.com/office/drawing/2014/main" id="{4697FDE0-95F9-683B-0261-CD3656EB6C5F}"/>
              </a:ext>
            </a:extLst>
          </p:cNvPr>
          <p:cNvSpPr/>
          <p:nvPr/>
        </p:nvSpPr>
        <p:spPr>
          <a:xfrm>
            <a:off x="2834084" y="2311739"/>
            <a:ext cx="576000" cy="1116193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L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34" name="fig2_M">
            <a:extLst>
              <a:ext uri="{FF2B5EF4-FFF2-40B4-BE49-F238E27FC236}">
                <a16:creationId xmlns:a16="http://schemas.microsoft.com/office/drawing/2014/main" id="{2DC4DE53-0BDF-CD07-C7F9-5FA97F0CDF3D}"/>
              </a:ext>
            </a:extLst>
          </p:cNvPr>
          <p:cNvSpPr/>
          <p:nvPr/>
        </p:nvSpPr>
        <p:spPr>
          <a:xfrm>
            <a:off x="3430083" y="2311739"/>
            <a:ext cx="1116000" cy="1116193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M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36" name="fig2_N">
            <a:extLst>
              <a:ext uri="{FF2B5EF4-FFF2-40B4-BE49-F238E27FC236}">
                <a16:creationId xmlns:a16="http://schemas.microsoft.com/office/drawing/2014/main" id="{0F09EC13-CEF1-2761-6318-FDF663E79161}"/>
              </a:ext>
            </a:extLst>
          </p:cNvPr>
          <p:cNvSpPr/>
          <p:nvPr/>
        </p:nvSpPr>
        <p:spPr>
          <a:xfrm>
            <a:off x="4580148" y="2311739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N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38" name="fig2_O">
            <a:extLst>
              <a:ext uri="{FF2B5EF4-FFF2-40B4-BE49-F238E27FC236}">
                <a16:creationId xmlns:a16="http://schemas.microsoft.com/office/drawing/2014/main" id="{E73FA2B4-191E-3521-7B6F-6569D721D403}"/>
              </a:ext>
            </a:extLst>
          </p:cNvPr>
          <p:cNvSpPr/>
          <p:nvPr/>
        </p:nvSpPr>
        <p:spPr>
          <a:xfrm>
            <a:off x="122358" y="3459672"/>
            <a:ext cx="1548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O
</a:t>
            </a:r>
            <a:r>
              <a:rPr sz="1000" b="1" dirty="0">
                <a:solidFill>
                  <a:srgbClr val="333333"/>
                </a:solidFill>
              </a:rPr>
              <a:t>51×52 mm</a:t>
            </a:r>
          </a:p>
        </p:txBody>
      </p:sp>
      <p:sp>
        <p:nvSpPr>
          <p:cNvPr id="14" name="fig2_D">
            <a:extLst>
              <a:ext uri="{FF2B5EF4-FFF2-40B4-BE49-F238E27FC236}">
                <a16:creationId xmlns:a16="http://schemas.microsoft.com/office/drawing/2014/main" id="{79992732-9DF7-35AE-2F1C-B7DDCF062859}"/>
              </a:ext>
            </a:extLst>
          </p:cNvPr>
          <p:cNvSpPr/>
          <p:nvPr/>
        </p:nvSpPr>
        <p:spPr>
          <a:xfrm>
            <a:off x="3433893" y="43982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D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12" name="fig2_C">
            <a:extLst>
              <a:ext uri="{FF2B5EF4-FFF2-40B4-BE49-F238E27FC236}">
                <a16:creationId xmlns:a16="http://schemas.microsoft.com/office/drawing/2014/main" id="{CAA566B7-B833-6B71-2A3B-8EA11E44DBF6}"/>
              </a:ext>
            </a:extLst>
          </p:cNvPr>
          <p:cNvSpPr/>
          <p:nvPr/>
        </p:nvSpPr>
        <p:spPr>
          <a:xfrm>
            <a:off x="2834084" y="39123"/>
            <a:ext cx="57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C
51×52 mm</a:t>
            </a:r>
          </a:p>
        </p:txBody>
      </p:sp>
      <p:sp>
        <p:nvSpPr>
          <p:cNvPr id="3" name="fig2_B"/>
          <p:cNvSpPr/>
          <p:nvPr/>
        </p:nvSpPr>
        <p:spPr>
          <a:xfrm>
            <a:off x="1694221" y="36000"/>
            <a:ext cx="1116000" cy="1116000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B
52×52 mm</a:t>
            </a:r>
          </a:p>
        </p:txBody>
      </p:sp>
      <p:sp>
        <p:nvSpPr>
          <p:cNvPr id="2" name="fig2_A"/>
          <p:cNvSpPr/>
          <p:nvPr/>
        </p:nvSpPr>
        <p:spPr>
          <a:xfrm>
            <a:off x="122358" y="36000"/>
            <a:ext cx="1548000" cy="1116000"/>
          </a:xfrm>
          <a:prstGeom prst="rect">
            <a:avLst/>
          </a:prstGeom>
          <a:solidFill>
            <a:srgbClr val="D0E8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dirty="0">
                <a:solidFill>
                  <a:srgbClr val="333333"/>
                </a:solidFill>
              </a:rPr>
              <a:t>A
52×52 mm</a:t>
            </a:r>
          </a:p>
        </p:txBody>
      </p:sp>
      <p:sp>
        <p:nvSpPr>
          <p:cNvPr id="5" name="fig2_Q">
            <a:extLst>
              <a:ext uri="{FF2B5EF4-FFF2-40B4-BE49-F238E27FC236}">
                <a16:creationId xmlns:a16="http://schemas.microsoft.com/office/drawing/2014/main" id="{6282A2EC-B6E0-9DEB-A898-7D27C466D0B7}"/>
              </a:ext>
            </a:extLst>
          </p:cNvPr>
          <p:cNvSpPr/>
          <p:nvPr/>
        </p:nvSpPr>
        <p:spPr>
          <a:xfrm>
            <a:off x="2834083" y="3459672"/>
            <a:ext cx="1548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Q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  <p:sp>
        <p:nvSpPr>
          <p:cNvPr id="7" name="fig2_R">
            <a:extLst>
              <a:ext uri="{FF2B5EF4-FFF2-40B4-BE49-F238E27FC236}">
                <a16:creationId xmlns:a16="http://schemas.microsoft.com/office/drawing/2014/main" id="{CC47702C-B2D9-29E2-3969-B426BF1240A8}"/>
              </a:ext>
            </a:extLst>
          </p:cNvPr>
          <p:cNvSpPr/>
          <p:nvPr/>
        </p:nvSpPr>
        <p:spPr>
          <a:xfrm>
            <a:off x="4580148" y="3459672"/>
            <a:ext cx="1116000" cy="1116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b="1" dirty="0">
                <a:solidFill>
                  <a:srgbClr val="333333"/>
                </a:solidFill>
              </a:rPr>
              <a:t>R</a:t>
            </a:r>
            <a:r>
              <a:rPr sz="1000" b="1" dirty="0">
                <a:solidFill>
                  <a:srgbClr val="333333"/>
                </a:solidFill>
              </a:rPr>
              <a:t>
51×52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73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Tiffany Ona</cp:lastModifiedBy>
  <cp:revision>14</cp:revision>
  <dcterms:created xsi:type="dcterms:W3CDTF">2013-01-27T09:14:16Z</dcterms:created>
  <dcterms:modified xsi:type="dcterms:W3CDTF">2026-10-17T00:27:02Z</dcterms:modified>
  <cp:category/>
</cp:coreProperties>
</file>