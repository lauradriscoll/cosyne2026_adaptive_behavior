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243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274137"/>
            <a:ext cx="5869172" cy="208329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27718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75073"/>
            <a:ext cx="1559896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75073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69643"/>
            <a:ext cx="1559896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19147" y="1071985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39641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8631" y="2396410"/>
            <a:ext cx="1548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452257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396410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396410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39641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456905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2" y="3456905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4854" y="3461588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26</cp:revision>
  <dcterms:created xsi:type="dcterms:W3CDTF">2013-01-27T09:14:16Z</dcterms:created>
  <dcterms:modified xsi:type="dcterms:W3CDTF">2026-10-18T01:05:21Z</dcterms:modified>
  <cp:category/>
</cp:coreProperties>
</file>